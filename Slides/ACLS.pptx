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8" r:id="rId7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0"/>
    <p:restoredTop sz="94729"/>
  </p:normalViewPr>
  <p:slideViewPr>
    <p:cSldViewPr snapToGrid="0">
      <p:cViewPr varScale="1">
        <p:scale>
          <a:sx n="115" d="100"/>
          <a:sy n="115" d="100"/>
        </p:scale>
        <p:origin x="60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A820C9E-79E7-47AA-914B-DAAF32D35DF3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F6B937C-0BB9-4DC1-B2AA-BF0E3A848C2E}">
      <dgm:prSet/>
      <dgm:spPr/>
      <dgm:t>
        <a:bodyPr/>
        <a:lstStyle/>
        <a:p>
          <a:r>
            <a:rPr lang="en-US" dirty="0"/>
            <a:t>Access lists con </a:t>
          </a:r>
          <a:r>
            <a:rPr lang="en-US" dirty="0" err="1"/>
            <a:t>nombre</a:t>
          </a:r>
          <a:endParaRPr lang="en-US" dirty="0"/>
        </a:p>
      </dgm:t>
    </dgm:pt>
    <dgm:pt modelId="{24D78389-69EA-4B50-A358-B994D88EB802}" type="parTrans" cxnId="{9125463D-3200-4F96-BF4E-A86D3E663E9F}">
      <dgm:prSet/>
      <dgm:spPr/>
      <dgm:t>
        <a:bodyPr/>
        <a:lstStyle/>
        <a:p>
          <a:endParaRPr lang="en-US"/>
        </a:p>
      </dgm:t>
    </dgm:pt>
    <dgm:pt modelId="{F1569078-B767-4A3E-8DCE-BF69A4F54A06}" type="sibTrans" cxnId="{9125463D-3200-4F96-BF4E-A86D3E663E9F}">
      <dgm:prSet/>
      <dgm:spPr/>
      <dgm:t>
        <a:bodyPr/>
        <a:lstStyle/>
        <a:p>
          <a:endParaRPr lang="en-US"/>
        </a:p>
      </dgm:t>
    </dgm:pt>
    <dgm:pt modelId="{B29BC86E-C47D-4585-911D-27568619B95E}">
      <dgm:prSet/>
      <dgm:spPr/>
      <dgm:t>
        <a:bodyPr/>
        <a:lstStyle/>
        <a:p>
          <a:r>
            <a:rPr lang="en-US" dirty="0"/>
            <a:t>Permits, deny, </a:t>
          </a:r>
          <a:r>
            <a:rPr lang="en-US" dirty="0" err="1"/>
            <a:t>etc</a:t>
          </a:r>
          <a:endParaRPr lang="en-US" dirty="0"/>
        </a:p>
      </dgm:t>
    </dgm:pt>
    <dgm:pt modelId="{9703E18B-C649-468D-81BD-38F554906D11}" type="parTrans" cxnId="{0749D6F1-3644-4EAD-B707-09D4247DEA6D}">
      <dgm:prSet/>
      <dgm:spPr/>
      <dgm:t>
        <a:bodyPr/>
        <a:lstStyle/>
        <a:p>
          <a:endParaRPr lang="en-US"/>
        </a:p>
      </dgm:t>
    </dgm:pt>
    <dgm:pt modelId="{D24A7D44-F8DB-45A0-8E14-F4AE7D03C1F5}" type="sibTrans" cxnId="{0749D6F1-3644-4EAD-B707-09D4247DEA6D}">
      <dgm:prSet/>
      <dgm:spPr/>
      <dgm:t>
        <a:bodyPr/>
        <a:lstStyle/>
        <a:p>
          <a:endParaRPr lang="en-US"/>
        </a:p>
      </dgm:t>
    </dgm:pt>
    <dgm:pt modelId="{C30BE224-AA9A-4D3E-9969-11E2A8B6E5C6}">
      <dgm:prSet/>
      <dgm:spPr/>
      <dgm:t>
        <a:bodyPr/>
        <a:lstStyle/>
        <a:p>
          <a:r>
            <a:rPr lang="en-US"/>
            <a:t>Agregando en interfaz</a:t>
          </a:r>
        </a:p>
      </dgm:t>
    </dgm:pt>
    <dgm:pt modelId="{1941B5A1-72E5-4F02-8852-5CA12C581349}" type="parTrans" cxnId="{2D4725B3-3BB4-4AF5-BB4F-4B454F4E186D}">
      <dgm:prSet/>
      <dgm:spPr/>
      <dgm:t>
        <a:bodyPr/>
        <a:lstStyle/>
        <a:p>
          <a:endParaRPr lang="en-US"/>
        </a:p>
      </dgm:t>
    </dgm:pt>
    <dgm:pt modelId="{A8D2742E-D389-4D8E-92D0-3B9B05D3D153}" type="sibTrans" cxnId="{2D4725B3-3BB4-4AF5-BB4F-4B454F4E186D}">
      <dgm:prSet/>
      <dgm:spPr/>
      <dgm:t>
        <a:bodyPr/>
        <a:lstStyle/>
        <a:p>
          <a:endParaRPr lang="en-US"/>
        </a:p>
      </dgm:t>
    </dgm:pt>
    <dgm:pt modelId="{7B69CC64-72F9-4C50-9BB6-CDF1F53DA8EE}">
      <dgm:prSet/>
      <dgm:spPr/>
      <dgm:t>
        <a:bodyPr/>
        <a:lstStyle/>
        <a:p>
          <a:r>
            <a:rPr lang="en-US"/>
            <a:t>Ip access-group [número|nombre] [in|out]</a:t>
          </a:r>
        </a:p>
      </dgm:t>
    </dgm:pt>
    <dgm:pt modelId="{7F3441EC-D1D5-499F-BB7D-64540E5423D3}" type="parTrans" cxnId="{B6A121F2-AFF4-4A7C-86C0-CD69384AE694}">
      <dgm:prSet/>
      <dgm:spPr/>
      <dgm:t>
        <a:bodyPr/>
        <a:lstStyle/>
        <a:p>
          <a:endParaRPr lang="en-US"/>
        </a:p>
      </dgm:t>
    </dgm:pt>
    <dgm:pt modelId="{7E086F29-897B-4AC2-8B0F-698D2D453BA4}" type="sibTrans" cxnId="{B6A121F2-AFF4-4A7C-86C0-CD69384AE694}">
      <dgm:prSet/>
      <dgm:spPr/>
      <dgm:t>
        <a:bodyPr/>
        <a:lstStyle/>
        <a:p>
          <a:endParaRPr lang="en-US"/>
        </a:p>
      </dgm:t>
    </dgm:pt>
    <dgm:pt modelId="{70162256-8DE7-4ABA-9DBA-BE8325DB281B}">
      <dgm:prSet/>
      <dgm:spPr/>
      <dgm:t>
        <a:bodyPr/>
        <a:lstStyle/>
        <a:p>
          <a:r>
            <a:rPr lang="en-US"/>
            <a:t>Agregando en linea</a:t>
          </a:r>
        </a:p>
      </dgm:t>
    </dgm:pt>
    <dgm:pt modelId="{04E8511E-BE2D-46A9-A69A-7D355AC02444}" type="parTrans" cxnId="{142DF4C1-4747-47B7-A920-6F8737274E54}">
      <dgm:prSet/>
      <dgm:spPr/>
      <dgm:t>
        <a:bodyPr/>
        <a:lstStyle/>
        <a:p>
          <a:endParaRPr lang="en-US"/>
        </a:p>
      </dgm:t>
    </dgm:pt>
    <dgm:pt modelId="{6C728A42-4D66-4343-8F12-68E0D07D2E9D}" type="sibTrans" cxnId="{142DF4C1-4747-47B7-A920-6F8737274E54}">
      <dgm:prSet/>
      <dgm:spPr/>
      <dgm:t>
        <a:bodyPr/>
        <a:lstStyle/>
        <a:p>
          <a:endParaRPr lang="en-US"/>
        </a:p>
      </dgm:t>
    </dgm:pt>
    <dgm:pt modelId="{6671EA1C-48A9-41DF-8664-A88148B189C4}">
      <dgm:prSet/>
      <dgm:spPr/>
      <dgm:t>
        <a:bodyPr/>
        <a:lstStyle/>
        <a:p>
          <a:r>
            <a:rPr lang="en-US"/>
            <a:t>Access-class [número|nombre] in</a:t>
          </a:r>
        </a:p>
      </dgm:t>
    </dgm:pt>
    <dgm:pt modelId="{0AF49757-CE81-4B0E-AED4-4E8CB9A9C59E}" type="parTrans" cxnId="{16447CEE-FDE0-43B3-9AEE-D863FDDBB02E}">
      <dgm:prSet/>
      <dgm:spPr/>
      <dgm:t>
        <a:bodyPr/>
        <a:lstStyle/>
        <a:p>
          <a:endParaRPr lang="en-US"/>
        </a:p>
      </dgm:t>
    </dgm:pt>
    <dgm:pt modelId="{8D15B161-B58D-4D1F-A9F1-C7BB1D338661}" type="sibTrans" cxnId="{16447CEE-FDE0-43B3-9AEE-D863FDDBB02E}">
      <dgm:prSet/>
      <dgm:spPr/>
      <dgm:t>
        <a:bodyPr/>
        <a:lstStyle/>
        <a:p>
          <a:endParaRPr lang="en-US"/>
        </a:p>
      </dgm:t>
    </dgm:pt>
    <dgm:pt modelId="{955BCAAE-7C74-5C46-96A8-51D6A2499242}">
      <dgm:prSet/>
      <dgm:spPr/>
      <dgm:t>
        <a:bodyPr/>
        <a:lstStyle/>
        <a:p>
          <a:r>
            <a:rPr lang="en-US" dirty="0"/>
            <a:t>Ip access-list [</a:t>
          </a:r>
          <a:r>
            <a:rPr lang="en-US" dirty="0" err="1"/>
            <a:t>standard|extended</a:t>
          </a:r>
          <a:r>
            <a:rPr lang="en-US" dirty="0"/>
            <a:t>] </a:t>
          </a:r>
          <a:r>
            <a:rPr lang="en-US" dirty="0" err="1"/>
            <a:t>nombre</a:t>
          </a:r>
          <a:endParaRPr lang="en-US" dirty="0"/>
        </a:p>
      </dgm:t>
    </dgm:pt>
    <dgm:pt modelId="{9904CF9D-EBC8-4241-BFBE-59C53CC29486}" type="parTrans" cxnId="{F0EEF7BD-C1D2-544F-BA0A-DA8C3F7AB3D3}">
      <dgm:prSet/>
      <dgm:spPr/>
      <dgm:t>
        <a:bodyPr/>
        <a:lstStyle/>
        <a:p>
          <a:endParaRPr lang="en-US"/>
        </a:p>
      </dgm:t>
    </dgm:pt>
    <dgm:pt modelId="{5C5BB5B4-605A-BD41-BBE7-7C0A3C064CB8}" type="sibTrans" cxnId="{F0EEF7BD-C1D2-544F-BA0A-DA8C3F7AB3D3}">
      <dgm:prSet/>
      <dgm:spPr/>
      <dgm:t>
        <a:bodyPr/>
        <a:lstStyle/>
        <a:p>
          <a:endParaRPr lang="en-US"/>
        </a:p>
      </dgm:t>
    </dgm:pt>
    <dgm:pt modelId="{99527E17-0C31-7447-9EDB-80390B679544}" type="pres">
      <dgm:prSet presAssocID="{BA820C9E-79E7-47AA-914B-DAAF32D35DF3}" presName="Name0" presStyleCnt="0">
        <dgm:presLayoutVars>
          <dgm:dir/>
          <dgm:animLvl val="lvl"/>
          <dgm:resizeHandles val="exact"/>
        </dgm:presLayoutVars>
      </dgm:prSet>
      <dgm:spPr/>
    </dgm:pt>
    <dgm:pt modelId="{6D8E8C35-0161-564F-A4BC-CF0C2CD4B077}" type="pres">
      <dgm:prSet presAssocID="{6F6B937C-0BB9-4DC1-B2AA-BF0E3A848C2E}" presName="linNode" presStyleCnt="0"/>
      <dgm:spPr/>
    </dgm:pt>
    <dgm:pt modelId="{985B7493-C373-0E4A-BBBD-B5859519B6FD}" type="pres">
      <dgm:prSet presAssocID="{6F6B937C-0BB9-4DC1-B2AA-BF0E3A848C2E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48C9EEE6-A29A-F442-BEFF-BD1922241376}" type="pres">
      <dgm:prSet presAssocID="{6F6B937C-0BB9-4DC1-B2AA-BF0E3A848C2E}" presName="descendantText" presStyleLbl="alignAccFollowNode1" presStyleIdx="0" presStyleCnt="3">
        <dgm:presLayoutVars>
          <dgm:bulletEnabled val="1"/>
        </dgm:presLayoutVars>
      </dgm:prSet>
      <dgm:spPr/>
    </dgm:pt>
    <dgm:pt modelId="{E0F49AD6-62FA-2541-952A-C44F5110EDE0}" type="pres">
      <dgm:prSet presAssocID="{F1569078-B767-4A3E-8DCE-BF69A4F54A06}" presName="sp" presStyleCnt="0"/>
      <dgm:spPr/>
    </dgm:pt>
    <dgm:pt modelId="{4644D78F-06B0-5C42-82E4-180A38092CA6}" type="pres">
      <dgm:prSet presAssocID="{C30BE224-AA9A-4D3E-9969-11E2A8B6E5C6}" presName="linNode" presStyleCnt="0"/>
      <dgm:spPr/>
    </dgm:pt>
    <dgm:pt modelId="{EA5330D3-06A5-9041-84CA-1D1A870EB9E3}" type="pres">
      <dgm:prSet presAssocID="{C30BE224-AA9A-4D3E-9969-11E2A8B6E5C6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DB989A9E-0DE9-5A4D-A7F7-DE6EE56E5366}" type="pres">
      <dgm:prSet presAssocID="{C30BE224-AA9A-4D3E-9969-11E2A8B6E5C6}" presName="descendantText" presStyleLbl="alignAccFollowNode1" presStyleIdx="1" presStyleCnt="3">
        <dgm:presLayoutVars>
          <dgm:bulletEnabled val="1"/>
        </dgm:presLayoutVars>
      </dgm:prSet>
      <dgm:spPr/>
    </dgm:pt>
    <dgm:pt modelId="{E69897F4-CB94-CD41-BE39-1F0A321990E5}" type="pres">
      <dgm:prSet presAssocID="{A8D2742E-D389-4D8E-92D0-3B9B05D3D153}" presName="sp" presStyleCnt="0"/>
      <dgm:spPr/>
    </dgm:pt>
    <dgm:pt modelId="{187D8DD3-9C7D-904E-9B73-84AA8831E3DC}" type="pres">
      <dgm:prSet presAssocID="{70162256-8DE7-4ABA-9DBA-BE8325DB281B}" presName="linNode" presStyleCnt="0"/>
      <dgm:spPr/>
    </dgm:pt>
    <dgm:pt modelId="{FE288487-7D2B-C74F-8276-861E839BF8A5}" type="pres">
      <dgm:prSet presAssocID="{70162256-8DE7-4ABA-9DBA-BE8325DB281B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7B98940B-4CD2-2D47-BBEB-4D8AD745583F}" type="pres">
      <dgm:prSet presAssocID="{70162256-8DE7-4ABA-9DBA-BE8325DB281B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71FF8B24-4F73-A745-8148-7F51CA1B3055}" type="presOf" srcId="{C30BE224-AA9A-4D3E-9969-11E2A8B6E5C6}" destId="{EA5330D3-06A5-9041-84CA-1D1A870EB9E3}" srcOrd="0" destOrd="0" presId="urn:microsoft.com/office/officeart/2005/8/layout/vList5"/>
    <dgm:cxn modelId="{9125463D-3200-4F96-BF4E-A86D3E663E9F}" srcId="{BA820C9E-79E7-47AA-914B-DAAF32D35DF3}" destId="{6F6B937C-0BB9-4DC1-B2AA-BF0E3A848C2E}" srcOrd="0" destOrd="0" parTransId="{24D78389-69EA-4B50-A358-B994D88EB802}" sibTransId="{F1569078-B767-4A3E-8DCE-BF69A4F54A06}"/>
    <dgm:cxn modelId="{6F71AD42-6A2E-D443-99FC-73FD12A88EC3}" type="presOf" srcId="{70162256-8DE7-4ABA-9DBA-BE8325DB281B}" destId="{FE288487-7D2B-C74F-8276-861E839BF8A5}" srcOrd="0" destOrd="0" presId="urn:microsoft.com/office/officeart/2005/8/layout/vList5"/>
    <dgm:cxn modelId="{7AD6695D-247B-064A-8DFB-74674A3E3FB5}" type="presOf" srcId="{BA820C9E-79E7-47AA-914B-DAAF32D35DF3}" destId="{99527E17-0C31-7447-9EDB-80390B679544}" srcOrd="0" destOrd="0" presId="urn:microsoft.com/office/officeart/2005/8/layout/vList5"/>
    <dgm:cxn modelId="{FB933769-390F-0A4F-9C8E-1F804CDE94C8}" type="presOf" srcId="{B29BC86E-C47D-4585-911D-27568619B95E}" destId="{48C9EEE6-A29A-F442-BEFF-BD1922241376}" srcOrd="0" destOrd="1" presId="urn:microsoft.com/office/officeart/2005/8/layout/vList5"/>
    <dgm:cxn modelId="{1B32CA83-DEF7-424F-B2A4-C2118A04FEAB}" type="presOf" srcId="{7B69CC64-72F9-4C50-9BB6-CDF1F53DA8EE}" destId="{DB989A9E-0DE9-5A4D-A7F7-DE6EE56E5366}" srcOrd="0" destOrd="0" presId="urn:microsoft.com/office/officeart/2005/8/layout/vList5"/>
    <dgm:cxn modelId="{52DF0186-DAD8-694A-8F96-A5CD7B2F0BED}" type="presOf" srcId="{6F6B937C-0BB9-4DC1-B2AA-BF0E3A848C2E}" destId="{985B7493-C373-0E4A-BBBD-B5859519B6FD}" srcOrd="0" destOrd="0" presId="urn:microsoft.com/office/officeart/2005/8/layout/vList5"/>
    <dgm:cxn modelId="{14BF668A-38AA-5C40-B0DB-419FAD7F2C07}" type="presOf" srcId="{955BCAAE-7C74-5C46-96A8-51D6A2499242}" destId="{48C9EEE6-A29A-F442-BEFF-BD1922241376}" srcOrd="0" destOrd="0" presId="urn:microsoft.com/office/officeart/2005/8/layout/vList5"/>
    <dgm:cxn modelId="{65DA8690-EB0A-9240-B4A0-58FD78E78C3F}" type="presOf" srcId="{6671EA1C-48A9-41DF-8664-A88148B189C4}" destId="{7B98940B-4CD2-2D47-BBEB-4D8AD745583F}" srcOrd="0" destOrd="0" presId="urn:microsoft.com/office/officeart/2005/8/layout/vList5"/>
    <dgm:cxn modelId="{2D4725B3-3BB4-4AF5-BB4F-4B454F4E186D}" srcId="{BA820C9E-79E7-47AA-914B-DAAF32D35DF3}" destId="{C30BE224-AA9A-4D3E-9969-11E2A8B6E5C6}" srcOrd="1" destOrd="0" parTransId="{1941B5A1-72E5-4F02-8852-5CA12C581349}" sibTransId="{A8D2742E-D389-4D8E-92D0-3B9B05D3D153}"/>
    <dgm:cxn modelId="{F0EEF7BD-C1D2-544F-BA0A-DA8C3F7AB3D3}" srcId="{6F6B937C-0BB9-4DC1-B2AA-BF0E3A848C2E}" destId="{955BCAAE-7C74-5C46-96A8-51D6A2499242}" srcOrd="0" destOrd="0" parTransId="{9904CF9D-EBC8-4241-BFBE-59C53CC29486}" sibTransId="{5C5BB5B4-605A-BD41-BBE7-7C0A3C064CB8}"/>
    <dgm:cxn modelId="{142DF4C1-4747-47B7-A920-6F8737274E54}" srcId="{BA820C9E-79E7-47AA-914B-DAAF32D35DF3}" destId="{70162256-8DE7-4ABA-9DBA-BE8325DB281B}" srcOrd="2" destOrd="0" parTransId="{04E8511E-BE2D-46A9-A69A-7D355AC02444}" sibTransId="{6C728A42-4D66-4343-8F12-68E0D07D2E9D}"/>
    <dgm:cxn modelId="{16447CEE-FDE0-43B3-9AEE-D863FDDBB02E}" srcId="{70162256-8DE7-4ABA-9DBA-BE8325DB281B}" destId="{6671EA1C-48A9-41DF-8664-A88148B189C4}" srcOrd="0" destOrd="0" parTransId="{0AF49757-CE81-4B0E-AED4-4E8CB9A9C59E}" sibTransId="{8D15B161-B58D-4D1F-A9F1-C7BB1D338661}"/>
    <dgm:cxn modelId="{0749D6F1-3644-4EAD-B707-09D4247DEA6D}" srcId="{6F6B937C-0BB9-4DC1-B2AA-BF0E3A848C2E}" destId="{B29BC86E-C47D-4585-911D-27568619B95E}" srcOrd="1" destOrd="0" parTransId="{9703E18B-C649-468D-81BD-38F554906D11}" sibTransId="{D24A7D44-F8DB-45A0-8E14-F4AE7D03C1F5}"/>
    <dgm:cxn modelId="{B6A121F2-AFF4-4A7C-86C0-CD69384AE694}" srcId="{C30BE224-AA9A-4D3E-9969-11E2A8B6E5C6}" destId="{7B69CC64-72F9-4C50-9BB6-CDF1F53DA8EE}" srcOrd="0" destOrd="0" parTransId="{7F3441EC-D1D5-499F-BB7D-64540E5423D3}" sibTransId="{7E086F29-897B-4AC2-8B0F-698D2D453BA4}"/>
    <dgm:cxn modelId="{11D44DBD-1E97-3F42-9B1E-F8DE9901B565}" type="presParOf" srcId="{99527E17-0C31-7447-9EDB-80390B679544}" destId="{6D8E8C35-0161-564F-A4BC-CF0C2CD4B077}" srcOrd="0" destOrd="0" presId="urn:microsoft.com/office/officeart/2005/8/layout/vList5"/>
    <dgm:cxn modelId="{A2A96F1F-A3D6-B247-A456-93F572FC65AF}" type="presParOf" srcId="{6D8E8C35-0161-564F-A4BC-CF0C2CD4B077}" destId="{985B7493-C373-0E4A-BBBD-B5859519B6FD}" srcOrd="0" destOrd="0" presId="urn:microsoft.com/office/officeart/2005/8/layout/vList5"/>
    <dgm:cxn modelId="{DC0CE64B-BBE7-6042-BAE3-BD34F7322A61}" type="presParOf" srcId="{6D8E8C35-0161-564F-A4BC-CF0C2CD4B077}" destId="{48C9EEE6-A29A-F442-BEFF-BD1922241376}" srcOrd="1" destOrd="0" presId="urn:microsoft.com/office/officeart/2005/8/layout/vList5"/>
    <dgm:cxn modelId="{BAA40CF1-36F0-684C-AD12-3A981026521F}" type="presParOf" srcId="{99527E17-0C31-7447-9EDB-80390B679544}" destId="{E0F49AD6-62FA-2541-952A-C44F5110EDE0}" srcOrd="1" destOrd="0" presId="urn:microsoft.com/office/officeart/2005/8/layout/vList5"/>
    <dgm:cxn modelId="{471557DB-C1CF-F947-95C2-FAC14A2DC0CC}" type="presParOf" srcId="{99527E17-0C31-7447-9EDB-80390B679544}" destId="{4644D78F-06B0-5C42-82E4-180A38092CA6}" srcOrd="2" destOrd="0" presId="urn:microsoft.com/office/officeart/2005/8/layout/vList5"/>
    <dgm:cxn modelId="{32DF75DE-B92A-214F-A305-EDC393F91B4A}" type="presParOf" srcId="{4644D78F-06B0-5C42-82E4-180A38092CA6}" destId="{EA5330D3-06A5-9041-84CA-1D1A870EB9E3}" srcOrd="0" destOrd="0" presId="urn:microsoft.com/office/officeart/2005/8/layout/vList5"/>
    <dgm:cxn modelId="{1F68E681-BB3A-9E43-B1BC-9617B48EC3F8}" type="presParOf" srcId="{4644D78F-06B0-5C42-82E4-180A38092CA6}" destId="{DB989A9E-0DE9-5A4D-A7F7-DE6EE56E5366}" srcOrd="1" destOrd="0" presId="urn:microsoft.com/office/officeart/2005/8/layout/vList5"/>
    <dgm:cxn modelId="{54AED899-F7B9-C742-BE07-E063C2ADF3B0}" type="presParOf" srcId="{99527E17-0C31-7447-9EDB-80390B679544}" destId="{E69897F4-CB94-CD41-BE39-1F0A321990E5}" srcOrd="3" destOrd="0" presId="urn:microsoft.com/office/officeart/2005/8/layout/vList5"/>
    <dgm:cxn modelId="{D570C87D-52AF-D949-8EC9-9ED3DF23CE38}" type="presParOf" srcId="{99527E17-0C31-7447-9EDB-80390B679544}" destId="{187D8DD3-9C7D-904E-9B73-84AA8831E3DC}" srcOrd="4" destOrd="0" presId="urn:microsoft.com/office/officeart/2005/8/layout/vList5"/>
    <dgm:cxn modelId="{C409BB89-9AC2-DA41-9C73-D8B1B741D472}" type="presParOf" srcId="{187D8DD3-9C7D-904E-9B73-84AA8831E3DC}" destId="{FE288487-7D2B-C74F-8276-861E839BF8A5}" srcOrd="0" destOrd="0" presId="urn:microsoft.com/office/officeart/2005/8/layout/vList5"/>
    <dgm:cxn modelId="{3E232BE9-152F-0540-AA28-58F7E2EA99D3}" type="presParOf" srcId="{187D8DD3-9C7D-904E-9B73-84AA8831E3DC}" destId="{7B98940B-4CD2-2D47-BBEB-4D8AD745583F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C9EEE6-A29A-F442-BEFF-BD1922241376}">
      <dsp:nvSpPr>
        <dsp:cNvPr id="0" name=""/>
        <dsp:cNvSpPr/>
      </dsp:nvSpPr>
      <dsp:spPr>
        <a:xfrm rot="5400000">
          <a:off x="6589693" y="-2661723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Ip access-list [</a:t>
          </a:r>
          <a:r>
            <a:rPr lang="en-US" sz="2600" kern="1200" dirty="0" err="1"/>
            <a:t>standard|extended</a:t>
          </a:r>
          <a:r>
            <a:rPr lang="en-US" sz="2600" kern="1200" dirty="0"/>
            <a:t>] </a:t>
          </a:r>
          <a:r>
            <a:rPr lang="en-US" sz="2600" kern="1200" dirty="0" err="1"/>
            <a:t>nombre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 dirty="0"/>
            <a:t>Permits, deny, </a:t>
          </a:r>
          <a:r>
            <a:rPr lang="en-US" sz="2600" kern="1200" dirty="0" err="1"/>
            <a:t>etc</a:t>
          </a:r>
          <a:endParaRPr lang="en-US" sz="2600" kern="1200" dirty="0"/>
        </a:p>
      </dsp:txBody>
      <dsp:txXfrm rot="-5400000">
        <a:off x="3785616" y="197117"/>
        <a:ext cx="6675221" cy="1012303"/>
      </dsp:txXfrm>
    </dsp:sp>
    <dsp:sp modelId="{985B7493-C373-0E4A-BBBD-B5859519B6FD}">
      <dsp:nvSpPr>
        <dsp:cNvPr id="0" name=""/>
        <dsp:cNvSpPr/>
      </dsp:nvSpPr>
      <dsp:spPr>
        <a:xfrm>
          <a:off x="0" y="2124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 dirty="0"/>
            <a:t>Access lists con </a:t>
          </a:r>
          <a:r>
            <a:rPr lang="en-US" sz="3900" kern="1200" dirty="0" err="1"/>
            <a:t>nombre</a:t>
          </a:r>
          <a:endParaRPr lang="en-US" sz="3900" kern="1200" dirty="0"/>
        </a:p>
      </dsp:txBody>
      <dsp:txXfrm>
        <a:off x="68454" y="70578"/>
        <a:ext cx="3648708" cy="1265378"/>
      </dsp:txXfrm>
    </dsp:sp>
    <dsp:sp modelId="{DB989A9E-0DE9-5A4D-A7F7-DE6EE56E5366}">
      <dsp:nvSpPr>
        <dsp:cNvPr id="0" name=""/>
        <dsp:cNvSpPr/>
      </dsp:nvSpPr>
      <dsp:spPr>
        <a:xfrm rot="5400000">
          <a:off x="6589693" y="-1189322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Ip access-group [número|nombre] [in|out]</a:t>
          </a:r>
        </a:p>
      </dsp:txBody>
      <dsp:txXfrm rot="-5400000">
        <a:off x="3785616" y="1669518"/>
        <a:ext cx="6675221" cy="1012303"/>
      </dsp:txXfrm>
    </dsp:sp>
    <dsp:sp modelId="{EA5330D3-06A5-9041-84CA-1D1A870EB9E3}">
      <dsp:nvSpPr>
        <dsp:cNvPr id="0" name=""/>
        <dsp:cNvSpPr/>
      </dsp:nvSpPr>
      <dsp:spPr>
        <a:xfrm>
          <a:off x="0" y="1474525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Agregando en interfaz</a:t>
          </a:r>
        </a:p>
      </dsp:txBody>
      <dsp:txXfrm>
        <a:off x="68454" y="1542979"/>
        <a:ext cx="3648708" cy="1265378"/>
      </dsp:txXfrm>
    </dsp:sp>
    <dsp:sp modelId="{7B98940B-4CD2-2D47-BBEB-4D8AD745583F}">
      <dsp:nvSpPr>
        <dsp:cNvPr id="0" name=""/>
        <dsp:cNvSpPr/>
      </dsp:nvSpPr>
      <dsp:spPr>
        <a:xfrm rot="5400000">
          <a:off x="6589693" y="283077"/>
          <a:ext cx="1121829" cy="6729984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9060" tIns="49530" rIns="99060" bIns="49530" numCol="1" spcCol="1270" anchor="ctr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600" kern="1200"/>
            <a:t>Access-class [número|nombre] in</a:t>
          </a:r>
        </a:p>
      </dsp:txBody>
      <dsp:txXfrm rot="-5400000">
        <a:off x="3785616" y="3141918"/>
        <a:ext cx="6675221" cy="1012303"/>
      </dsp:txXfrm>
    </dsp:sp>
    <dsp:sp modelId="{FE288487-7D2B-C74F-8276-861E839BF8A5}">
      <dsp:nvSpPr>
        <dsp:cNvPr id="0" name=""/>
        <dsp:cNvSpPr/>
      </dsp:nvSpPr>
      <dsp:spPr>
        <a:xfrm>
          <a:off x="0" y="2946926"/>
          <a:ext cx="3785616" cy="140228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8590" tIns="74295" rIns="148590" bIns="74295" numCol="1" spcCol="1270" anchor="ctr" anchorCtr="0">
          <a:noAutofit/>
        </a:bodyPr>
        <a:lstStyle/>
        <a:p>
          <a:pPr marL="0" lvl="0" indent="0" algn="ctr" defTabSz="1733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900" kern="1200"/>
            <a:t>Agregando en linea</a:t>
          </a:r>
        </a:p>
      </dsp:txBody>
      <dsp:txXfrm>
        <a:off x="68454" y="3015380"/>
        <a:ext cx="3648708" cy="126537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4143-17D5-547A-09A1-98A0AB0178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B3581B2-AE7A-BF10-72E8-291BDA1002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52E38A-A4B2-D9B1-B098-AC33909859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6C9982-FC71-6C0F-0337-34F1BCBDEE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3868D-E260-3FBA-68B2-2D0142826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4684151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31F9-3D1A-E38F-568E-E02AA1B17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30576C-C8A9-318D-F1C3-E50F0A5433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DDA717-789D-ADFB-CD50-20F55DF3A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510F5F-E587-1A18-F30C-A362D37A2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865D93-F039-1E49-5929-3D6089E0D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725721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0E3F80-515D-A715-0ED1-3843608B1A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8DD0F2-2DBC-AAF1-7EFF-83214F1006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86C3-32B8-4789-EF7A-0D34504A0C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46BCA3-BD7A-66FE-085E-4C85A2AC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27AADF-CAC1-5389-D5D4-EA1D6F9622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6983100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73042-3A77-7996-FC63-ECF9CA0DA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9282C-7A45-954A-7FA6-52E5A0DD8E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F4C35-7EB6-964B-56BE-4133795BB0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0AE040-2C6E-D330-BAE0-69F350558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D28071-F935-BC6C-B131-AA4708E5E7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9532339-94BB-D55C-51B3-56461DF1F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6125805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C2F2E8-46E4-079C-6733-1FEB1873F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57D57D-0914-C128-69D0-C02D12D6E1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E780EA-730B-FA7B-A9FD-FE78C8264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77D72D-6DCA-F894-C3DD-277D7B8AAE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EF707-27B7-5771-5D9C-9441EE97EB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229F6B0-839A-00C0-5BC7-C711950232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1DED09B-6BC6-52B9-F5C2-21E1FC41A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117745-FA18-3062-0D80-CED4E4818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9774733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F4958-76A4-ADA5-5857-13C54C66F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BA0925-8D4F-8C41-B864-3227021C9A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76E6AB-4A3A-C1A1-27AA-4512BE02F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3ED63B-526C-03F0-7368-4C66151D95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1899316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4DEFA63-0FC2-CBED-0DB5-5D1E386F6F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CD1F06-1EAF-926E-8772-7067D9D40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6353B4-00AF-F157-AE01-444714375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357051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7737F-876F-088E-F32D-BCA8BF14DE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4453F7-C509-CBBC-2281-57F787121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B8EA89-BCCA-6E04-04C8-E9572C799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597A1ED-9C24-B1D6-CE0B-F8282ED1C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229E6-0141-784C-1D70-62093D78B8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5E124F-7D64-4204-E843-1A0B554D32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7863441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7BED8-F75F-12CF-F0C5-D47B7B9A4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861E1C-E50B-D308-D5BF-233868353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8667A3B-7F7F-B370-B51A-6460EF0000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03A95-68EE-38D5-0F28-A16C67624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225F8D-D0C2-C759-2F19-A9261612B7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A0DF5E-55FB-1C4C-4BDF-525C340E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1876746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9FD80-2209-86CD-6237-9ED897638E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16D00D-1FC8-A97A-5B2B-D018F2DB07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78F561-C107-7560-7949-9231C8E4D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A6F2B8-1B0E-B85A-C8CA-68996A9D1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ACD1D-A655-AE9B-FEE2-CCB037D69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4257974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DF4F44A-DC65-E4DF-13AB-8523FD81B1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C6A336-1B9F-21A1-91AC-E7C31051BE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BD53C1-1A5A-1F34-534E-4BE42DCA5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B58715-2608-90BD-07EC-3496E32CA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2C3885-E5EA-9CE4-80E1-66AD73BA92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668310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EFBA38C-BDAA-2235-BD62-8A7B09CB4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D4E08-8A43-A99D-89B3-5BCE8688BB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9828D-4FCA-354E-9086-6D1EC96FB4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6A5BA5-C108-A74B-B93B-17C8154D7116}" type="datetimeFigureOut">
              <a:rPr lang="en-MX" smtClean="0"/>
              <a:t>08/04/25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73609B-A35B-38E1-66D2-3A1BCDB7AC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211B23-90EF-88C7-C9AB-FD936C4EB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3BA3D0-BE66-7449-8637-47AE06FBB3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440131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76A1B86-DC99-46B9-B5AA-A7E928EA9C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304FFE-74E9-4316-B822-F35A685E2D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46DB9E-0E8F-7774-A57B-C22ED7F1CD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62550" y="1562669"/>
            <a:ext cx="5636113" cy="2456597"/>
          </a:xfrm>
        </p:spPr>
        <p:txBody>
          <a:bodyPr anchor="b">
            <a:normAutofit/>
          </a:bodyPr>
          <a:lstStyle/>
          <a:p>
            <a:r>
              <a:rPr lang="en-MX" sz="4400">
                <a:solidFill>
                  <a:schemeClr val="tx1">
                    <a:lumMod val="85000"/>
                    <a:lumOff val="15000"/>
                  </a:schemeClr>
                </a:solidFill>
              </a:rPr>
              <a:t>ACLs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FD6A79C-6847-88E7-CC5C-38B90D664B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649309" y="4298722"/>
            <a:ext cx="4678086" cy="1148885"/>
          </a:xfrm>
        </p:spPr>
        <p:txBody>
          <a:bodyPr anchor="t">
            <a:normAutofit/>
          </a:bodyPr>
          <a:lstStyle/>
          <a:p>
            <a:endParaRPr lang="en-MX" sz="180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Picture 4" descr="Metallic 3D bubbles">
            <a:extLst>
              <a:ext uri="{FF2B5EF4-FFF2-40B4-BE49-F238E27FC236}">
                <a16:creationId xmlns:a16="http://schemas.microsoft.com/office/drawing/2014/main" id="{5603185B-C78F-7A2A-6DF7-5A3C82F1E9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024" r="36699" b="-1"/>
          <a:stretch/>
        </p:blipFill>
        <p:spPr>
          <a:xfrm>
            <a:off x="-7266" y="10"/>
            <a:ext cx="3569616" cy="6857990"/>
          </a:xfrm>
          <a:custGeom>
            <a:avLst/>
            <a:gdLst/>
            <a:ahLst/>
            <a:cxnLst/>
            <a:rect l="l" t="t" r="r" b="b"/>
            <a:pathLst>
              <a:path w="3569616" h="6858000">
                <a:moveTo>
                  <a:pt x="0" y="0"/>
                </a:moveTo>
                <a:lnTo>
                  <a:pt x="3119345" y="0"/>
                </a:lnTo>
                <a:lnTo>
                  <a:pt x="3123529" y="17226"/>
                </a:lnTo>
                <a:cubicBezTo>
                  <a:pt x="3124924" y="23927"/>
                  <a:pt x="3126075" y="29690"/>
                  <a:pt x="3127926" y="35733"/>
                </a:cubicBezTo>
                <a:cubicBezTo>
                  <a:pt x="3135983" y="55162"/>
                  <a:pt x="3152761" y="75163"/>
                  <a:pt x="3158476" y="86830"/>
                </a:cubicBezTo>
                <a:lnTo>
                  <a:pt x="3162217" y="105744"/>
                </a:lnTo>
                <a:lnTo>
                  <a:pt x="3166997" y="104727"/>
                </a:lnTo>
                <a:lnTo>
                  <a:pt x="3167793" y="111793"/>
                </a:lnTo>
                <a:lnTo>
                  <a:pt x="3168896" y="127609"/>
                </a:lnTo>
                <a:cubicBezTo>
                  <a:pt x="3170241" y="137435"/>
                  <a:pt x="3170795" y="164972"/>
                  <a:pt x="3173185" y="174906"/>
                </a:cubicBezTo>
                <a:cubicBezTo>
                  <a:pt x="3178510" y="177461"/>
                  <a:pt x="3181593" y="181749"/>
                  <a:pt x="3183238" y="187215"/>
                </a:cubicBezTo>
                <a:lnTo>
                  <a:pt x="3184145" y="199435"/>
                </a:lnTo>
                <a:lnTo>
                  <a:pt x="3200957" y="269529"/>
                </a:lnTo>
                <a:lnTo>
                  <a:pt x="3202491" y="279219"/>
                </a:lnTo>
                <a:lnTo>
                  <a:pt x="3206975" y="284221"/>
                </a:lnTo>
                <a:cubicBezTo>
                  <a:pt x="3208056" y="288198"/>
                  <a:pt x="3208241" y="299815"/>
                  <a:pt x="3208979" y="303078"/>
                </a:cubicBezTo>
                <a:cubicBezTo>
                  <a:pt x="3209786" y="303316"/>
                  <a:pt x="3210593" y="303555"/>
                  <a:pt x="3211400" y="303794"/>
                </a:cubicBezTo>
                <a:cubicBezTo>
                  <a:pt x="3215834" y="314048"/>
                  <a:pt x="3230882" y="352723"/>
                  <a:pt x="3235583" y="364595"/>
                </a:cubicBezTo>
                <a:cubicBezTo>
                  <a:pt x="3232098" y="367263"/>
                  <a:pt x="3238178" y="372307"/>
                  <a:pt x="3239601" y="375020"/>
                </a:cubicBezTo>
                <a:cubicBezTo>
                  <a:pt x="3237179" y="375617"/>
                  <a:pt x="3236854" y="382439"/>
                  <a:pt x="3239157" y="384290"/>
                </a:cubicBezTo>
                <a:cubicBezTo>
                  <a:pt x="3254070" y="431093"/>
                  <a:pt x="3227895" y="408920"/>
                  <a:pt x="3245230" y="435044"/>
                </a:cubicBezTo>
                <a:cubicBezTo>
                  <a:pt x="3246565" y="439781"/>
                  <a:pt x="3245820" y="443743"/>
                  <a:pt x="3244204" y="447282"/>
                </a:cubicBezTo>
                <a:lnTo>
                  <a:pt x="3240762" y="452630"/>
                </a:lnTo>
                <a:lnTo>
                  <a:pt x="3249093" y="471880"/>
                </a:lnTo>
                <a:cubicBezTo>
                  <a:pt x="3252174" y="481431"/>
                  <a:pt x="3254453" y="491548"/>
                  <a:pt x="3255857" y="501992"/>
                </a:cubicBezTo>
                <a:cubicBezTo>
                  <a:pt x="3250999" y="504682"/>
                  <a:pt x="3258622" y="512442"/>
                  <a:pt x="3260271" y="516223"/>
                </a:cubicBezTo>
                <a:cubicBezTo>
                  <a:pt x="3257006" y="516482"/>
                  <a:pt x="3255973" y="525173"/>
                  <a:pt x="3258865" y="528038"/>
                </a:cubicBezTo>
                <a:cubicBezTo>
                  <a:pt x="3274535" y="591283"/>
                  <a:pt x="3241762" y="557303"/>
                  <a:pt x="3262462" y="594499"/>
                </a:cubicBezTo>
                <a:cubicBezTo>
                  <a:pt x="3263816" y="600863"/>
                  <a:pt x="3262479" y="605795"/>
                  <a:pt x="3260024" y="610000"/>
                </a:cubicBezTo>
                <a:lnTo>
                  <a:pt x="3253721" y="617692"/>
                </a:lnTo>
                <a:lnTo>
                  <a:pt x="3256482" y="623204"/>
                </a:lnTo>
                <a:cubicBezTo>
                  <a:pt x="3258005" y="644600"/>
                  <a:pt x="3251476" y="651376"/>
                  <a:pt x="3259225" y="663365"/>
                </a:cubicBezTo>
                <a:cubicBezTo>
                  <a:pt x="3245876" y="682744"/>
                  <a:pt x="3258539" y="675670"/>
                  <a:pt x="3261631" y="689522"/>
                </a:cubicBezTo>
                <a:cubicBezTo>
                  <a:pt x="3265207" y="700373"/>
                  <a:pt x="3269507" y="679723"/>
                  <a:pt x="3271002" y="690492"/>
                </a:cubicBezTo>
                <a:cubicBezTo>
                  <a:pt x="3267989" y="702455"/>
                  <a:pt x="3279578" y="701125"/>
                  <a:pt x="3275760" y="713609"/>
                </a:cubicBezTo>
                <a:cubicBezTo>
                  <a:pt x="3266819" y="711239"/>
                  <a:pt x="3278954" y="737528"/>
                  <a:pt x="3271356" y="738880"/>
                </a:cubicBezTo>
                <a:cubicBezTo>
                  <a:pt x="3282938" y="748490"/>
                  <a:pt x="3269788" y="754591"/>
                  <a:pt x="3274016" y="768139"/>
                </a:cubicBezTo>
                <a:cubicBezTo>
                  <a:pt x="3278559" y="774347"/>
                  <a:pt x="3279560" y="778980"/>
                  <a:pt x="3275507" y="785654"/>
                </a:cubicBezTo>
                <a:cubicBezTo>
                  <a:pt x="3297514" y="814181"/>
                  <a:pt x="3277534" y="803670"/>
                  <a:pt x="3287024" y="831111"/>
                </a:cubicBezTo>
                <a:cubicBezTo>
                  <a:pt x="3296672" y="854655"/>
                  <a:pt x="3303659" y="881610"/>
                  <a:pt x="3324562" y="903604"/>
                </a:cubicBezTo>
                <a:cubicBezTo>
                  <a:pt x="3330338" y="907511"/>
                  <a:pt x="3333079" y="917872"/>
                  <a:pt x="3330682" y="926744"/>
                </a:cubicBezTo>
                <a:cubicBezTo>
                  <a:pt x="3330269" y="928269"/>
                  <a:pt x="3329716" y="929694"/>
                  <a:pt x="3329041" y="930971"/>
                </a:cubicBezTo>
                <a:cubicBezTo>
                  <a:pt x="3333270" y="950914"/>
                  <a:pt x="3351150" y="1023696"/>
                  <a:pt x="3356062" y="1046405"/>
                </a:cubicBezTo>
                <a:cubicBezTo>
                  <a:pt x="3349099" y="1048737"/>
                  <a:pt x="3362597" y="1059482"/>
                  <a:pt x="3358521" y="1067217"/>
                </a:cubicBezTo>
                <a:cubicBezTo>
                  <a:pt x="3354869" y="1072807"/>
                  <a:pt x="3358113" y="1077371"/>
                  <a:pt x="3358773" y="1082909"/>
                </a:cubicBezTo>
                <a:cubicBezTo>
                  <a:pt x="3356098" y="1090444"/>
                  <a:pt x="3363241" y="1113953"/>
                  <a:pt x="3367682" y="1119909"/>
                </a:cubicBezTo>
                <a:cubicBezTo>
                  <a:pt x="3382703" y="1133847"/>
                  <a:pt x="3374343" y="1168367"/>
                  <a:pt x="3385911" y="1180009"/>
                </a:cubicBezTo>
                <a:cubicBezTo>
                  <a:pt x="3387774" y="1184389"/>
                  <a:pt x="3388688" y="1188737"/>
                  <a:pt x="3389010" y="1193041"/>
                </a:cubicBezTo>
                <a:lnTo>
                  <a:pt x="3388572" y="1205179"/>
                </a:lnTo>
                <a:lnTo>
                  <a:pt x="3385768" y="1208811"/>
                </a:lnTo>
                <a:lnTo>
                  <a:pt x="3386975" y="1216129"/>
                </a:lnTo>
                <a:lnTo>
                  <a:pt x="3386647" y="1218271"/>
                </a:lnTo>
                <a:cubicBezTo>
                  <a:pt x="3386007" y="1222365"/>
                  <a:pt x="3385480" y="1226399"/>
                  <a:pt x="3385420" y="1230360"/>
                </a:cubicBezTo>
                <a:cubicBezTo>
                  <a:pt x="3400233" y="1224163"/>
                  <a:pt x="3387342" y="1263034"/>
                  <a:pt x="3398902" y="1251303"/>
                </a:cubicBezTo>
                <a:cubicBezTo>
                  <a:pt x="3401143" y="1271991"/>
                  <a:pt x="3411558" y="1255397"/>
                  <a:pt x="3402244" y="1281071"/>
                </a:cubicBezTo>
                <a:cubicBezTo>
                  <a:pt x="3416627" y="1312459"/>
                  <a:pt x="3415183" y="1363554"/>
                  <a:pt x="3435533" y="1387530"/>
                </a:cubicBezTo>
                <a:cubicBezTo>
                  <a:pt x="3428168" y="1384876"/>
                  <a:pt x="3423452" y="1398828"/>
                  <a:pt x="3427595" y="1407995"/>
                </a:cubicBezTo>
                <a:cubicBezTo>
                  <a:pt x="3398778" y="1398886"/>
                  <a:pt x="3455260" y="1443485"/>
                  <a:pt x="3436580" y="1453051"/>
                </a:cubicBezTo>
                <a:cubicBezTo>
                  <a:pt x="3454427" y="1452263"/>
                  <a:pt x="3487273" y="1492392"/>
                  <a:pt x="3473886" y="1513215"/>
                </a:cubicBezTo>
                <a:cubicBezTo>
                  <a:pt x="3479337" y="1543203"/>
                  <a:pt x="3495403" y="1563620"/>
                  <a:pt x="3491486" y="1595707"/>
                </a:cubicBezTo>
                <a:cubicBezTo>
                  <a:pt x="3493932" y="1596530"/>
                  <a:pt x="3496028" y="1598008"/>
                  <a:pt x="3497869" y="1599939"/>
                </a:cubicBezTo>
                <a:lnTo>
                  <a:pt x="3502453" y="1606503"/>
                </a:lnTo>
                <a:lnTo>
                  <a:pt x="3502232" y="1607846"/>
                </a:lnTo>
                <a:cubicBezTo>
                  <a:pt x="3502503" y="1613048"/>
                  <a:pt x="3503673" y="1615641"/>
                  <a:pt x="3505239" y="1617081"/>
                </a:cubicBezTo>
                <a:cubicBezTo>
                  <a:pt x="3505979" y="1617395"/>
                  <a:pt x="3506719" y="1617710"/>
                  <a:pt x="3507459" y="1618024"/>
                </a:cubicBezTo>
                <a:lnTo>
                  <a:pt x="3510011" y="1624022"/>
                </a:lnTo>
                <a:lnTo>
                  <a:pt x="3516358" y="1634929"/>
                </a:lnTo>
                <a:lnTo>
                  <a:pt x="3516308" y="1637821"/>
                </a:lnTo>
                <a:lnTo>
                  <a:pt x="3523955" y="1655598"/>
                </a:lnTo>
                <a:lnTo>
                  <a:pt x="3523473" y="1656247"/>
                </a:lnTo>
                <a:cubicBezTo>
                  <a:pt x="3522567" y="1658107"/>
                  <a:pt x="3522227" y="1660249"/>
                  <a:pt x="3523061" y="1663024"/>
                </a:cubicBezTo>
                <a:cubicBezTo>
                  <a:pt x="3513175" y="1664689"/>
                  <a:pt x="3520280" y="1667013"/>
                  <a:pt x="3523616" y="1675054"/>
                </a:cubicBezTo>
                <a:cubicBezTo>
                  <a:pt x="3509006" y="1679436"/>
                  <a:pt x="3523682" y="1698702"/>
                  <a:pt x="3517630" y="1707801"/>
                </a:cubicBezTo>
                <a:cubicBezTo>
                  <a:pt x="3520410" y="1713612"/>
                  <a:pt x="3523083" y="1719836"/>
                  <a:pt x="3525537" y="1726380"/>
                </a:cubicBezTo>
                <a:lnTo>
                  <a:pt x="3529903" y="1779986"/>
                </a:lnTo>
                <a:lnTo>
                  <a:pt x="3521468" y="1836998"/>
                </a:lnTo>
                <a:cubicBezTo>
                  <a:pt x="3522502" y="1857808"/>
                  <a:pt x="3519191" y="1876110"/>
                  <a:pt x="3523412" y="1893497"/>
                </a:cubicBezTo>
                <a:cubicBezTo>
                  <a:pt x="3520411" y="1900876"/>
                  <a:pt x="3519436" y="1907708"/>
                  <a:pt x="3525004" y="1913894"/>
                </a:cubicBezTo>
                <a:cubicBezTo>
                  <a:pt x="3524490" y="1933413"/>
                  <a:pt x="3517414" y="1938604"/>
                  <a:pt x="3523928" y="1950514"/>
                </a:cubicBezTo>
                <a:cubicBezTo>
                  <a:pt x="3512685" y="1962215"/>
                  <a:pt x="3517275" y="1962555"/>
                  <a:pt x="3521008" y="1967449"/>
                </a:cubicBezTo>
                <a:lnTo>
                  <a:pt x="3521297" y="1968163"/>
                </a:lnTo>
                <a:lnTo>
                  <a:pt x="3519686" y="1969768"/>
                </a:lnTo>
                <a:lnTo>
                  <a:pt x="3519089" y="1972904"/>
                </a:lnTo>
                <a:lnTo>
                  <a:pt x="3520122" y="1981289"/>
                </a:lnTo>
                <a:lnTo>
                  <a:pt x="3520948" y="1984413"/>
                </a:lnTo>
                <a:cubicBezTo>
                  <a:pt x="3521356" y="1986575"/>
                  <a:pt x="3521416" y="1988026"/>
                  <a:pt x="3521226" y="1989046"/>
                </a:cubicBezTo>
                <a:lnTo>
                  <a:pt x="3521092" y="1989171"/>
                </a:lnTo>
                <a:lnTo>
                  <a:pt x="3521624" y="1993492"/>
                </a:lnTo>
                <a:cubicBezTo>
                  <a:pt x="3522844" y="2000762"/>
                  <a:pt x="3524332" y="2007819"/>
                  <a:pt x="3525996" y="2014518"/>
                </a:cubicBezTo>
                <a:cubicBezTo>
                  <a:pt x="3518529" y="2020777"/>
                  <a:pt x="3529333" y="2045218"/>
                  <a:pt x="3514412" y="2043465"/>
                </a:cubicBezTo>
                <a:cubicBezTo>
                  <a:pt x="3516219" y="2052531"/>
                  <a:pt x="3522688" y="2057653"/>
                  <a:pt x="3512822" y="2055222"/>
                </a:cubicBezTo>
                <a:cubicBezTo>
                  <a:pt x="3513140" y="2058224"/>
                  <a:pt x="3512432" y="2060136"/>
                  <a:pt x="3511227" y="2061550"/>
                </a:cubicBezTo>
                <a:lnTo>
                  <a:pt x="3510645" y="2061975"/>
                </a:lnTo>
                <a:lnTo>
                  <a:pt x="3514907" y="2082129"/>
                </a:lnTo>
                <a:lnTo>
                  <a:pt x="3514347" y="2084880"/>
                </a:lnTo>
                <a:lnTo>
                  <a:pt x="3518565" y="2097919"/>
                </a:lnTo>
                <a:lnTo>
                  <a:pt x="3519976" y="2104707"/>
                </a:lnTo>
                <a:lnTo>
                  <a:pt x="3521958" y="2106519"/>
                </a:lnTo>
                <a:cubicBezTo>
                  <a:pt x="3523219" y="2108534"/>
                  <a:pt x="3523895" y="2111498"/>
                  <a:pt x="3523237" y="2116590"/>
                </a:cubicBezTo>
                <a:lnTo>
                  <a:pt x="3522786" y="2117790"/>
                </a:lnTo>
                <a:lnTo>
                  <a:pt x="3526064" y="2125947"/>
                </a:lnTo>
                <a:cubicBezTo>
                  <a:pt x="3527505" y="2128548"/>
                  <a:pt x="3529274" y="2130818"/>
                  <a:pt x="3531495" y="2132603"/>
                </a:cubicBezTo>
                <a:cubicBezTo>
                  <a:pt x="3522034" y="2161762"/>
                  <a:pt x="3533978" y="2187874"/>
                  <a:pt x="3533955" y="2218836"/>
                </a:cubicBezTo>
                <a:cubicBezTo>
                  <a:pt x="3517312" y="2233337"/>
                  <a:pt x="3542024" y="2285180"/>
                  <a:pt x="3559442" y="2291697"/>
                </a:cubicBezTo>
                <a:cubicBezTo>
                  <a:pt x="3544608" y="2292866"/>
                  <a:pt x="3567228" y="2330146"/>
                  <a:pt x="3568373" y="2340076"/>
                </a:cubicBezTo>
                <a:cubicBezTo>
                  <a:pt x="3568755" y="2343387"/>
                  <a:pt x="3566751" y="2343658"/>
                  <a:pt x="3560178" y="2338540"/>
                </a:cubicBezTo>
                <a:cubicBezTo>
                  <a:pt x="3562571" y="2349015"/>
                  <a:pt x="3555536" y="2360463"/>
                  <a:pt x="3548875" y="2354921"/>
                </a:cubicBezTo>
                <a:cubicBezTo>
                  <a:pt x="3564342" y="2386191"/>
                  <a:pt x="3553912" y="2434573"/>
                  <a:pt x="3562290" y="2470516"/>
                </a:cubicBezTo>
                <a:cubicBezTo>
                  <a:pt x="3548732" y="2491328"/>
                  <a:pt x="3561750" y="2479665"/>
                  <a:pt x="3560263" y="2500409"/>
                </a:cubicBezTo>
                <a:cubicBezTo>
                  <a:pt x="3573531" y="2493872"/>
                  <a:pt x="3554177" y="2525877"/>
                  <a:pt x="3569616" y="2525972"/>
                </a:cubicBezTo>
                <a:cubicBezTo>
                  <a:pt x="3568857" y="2529744"/>
                  <a:pt x="3567635" y="2533395"/>
                  <a:pt x="3566291" y="2537057"/>
                </a:cubicBezTo>
                <a:lnTo>
                  <a:pt x="3565595" y="2538979"/>
                </a:lnTo>
                <a:lnTo>
                  <a:pt x="3565471" y="2546483"/>
                </a:lnTo>
                <a:lnTo>
                  <a:pt x="3562111" y="2548822"/>
                </a:lnTo>
                <a:lnTo>
                  <a:pt x="3559542" y="2560277"/>
                </a:lnTo>
                <a:cubicBezTo>
                  <a:pt x="3559093" y="2564534"/>
                  <a:pt x="3559212" y="2569074"/>
                  <a:pt x="3560240" y="2574030"/>
                </a:cubicBezTo>
                <a:cubicBezTo>
                  <a:pt x="3567097" y="2585933"/>
                  <a:pt x="3560828" y="2605604"/>
                  <a:pt x="3562359" y="2622912"/>
                </a:cubicBezTo>
                <a:lnTo>
                  <a:pt x="3564740" y="2630748"/>
                </a:lnTo>
                <a:lnTo>
                  <a:pt x="3563214" y="2656947"/>
                </a:lnTo>
                <a:cubicBezTo>
                  <a:pt x="3563065" y="2664385"/>
                  <a:pt x="3563222" y="2672085"/>
                  <a:pt x="3563949" y="2680153"/>
                </a:cubicBezTo>
                <a:lnTo>
                  <a:pt x="3566383" y="2695058"/>
                </a:lnTo>
                <a:lnTo>
                  <a:pt x="3565385" y="2699075"/>
                </a:lnTo>
                <a:cubicBezTo>
                  <a:pt x="3565951" y="2705917"/>
                  <a:pt x="3570892" y="2714690"/>
                  <a:pt x="3565525" y="2714239"/>
                </a:cubicBezTo>
                <a:lnTo>
                  <a:pt x="3567847" y="2721812"/>
                </a:lnTo>
                <a:lnTo>
                  <a:pt x="3564077" y="2729693"/>
                </a:lnTo>
                <a:cubicBezTo>
                  <a:pt x="3563144" y="2730592"/>
                  <a:pt x="3562134" y="2731288"/>
                  <a:pt x="3561085" y="2731758"/>
                </a:cubicBezTo>
                <a:lnTo>
                  <a:pt x="3563149" y="2742418"/>
                </a:lnTo>
                <a:lnTo>
                  <a:pt x="3560661" y="2751437"/>
                </a:lnTo>
                <a:lnTo>
                  <a:pt x="3563126" y="2758989"/>
                </a:lnTo>
                <a:lnTo>
                  <a:pt x="3562876" y="2762207"/>
                </a:lnTo>
                <a:lnTo>
                  <a:pt x="3561866" y="2770236"/>
                </a:lnTo>
                <a:cubicBezTo>
                  <a:pt x="3561066" y="2774372"/>
                  <a:pt x="3560080" y="2779005"/>
                  <a:pt x="3559378" y="2784138"/>
                </a:cubicBezTo>
                <a:lnTo>
                  <a:pt x="3559178" y="2788436"/>
                </a:lnTo>
                <a:lnTo>
                  <a:pt x="3554648" y="2798068"/>
                </a:lnTo>
                <a:cubicBezTo>
                  <a:pt x="3551209" y="2805087"/>
                  <a:pt x="3548936" y="2810580"/>
                  <a:pt x="3551400" y="2816345"/>
                </a:cubicBezTo>
                <a:cubicBezTo>
                  <a:pt x="3547036" y="2826742"/>
                  <a:pt x="3533490" y="2834711"/>
                  <a:pt x="3538128" y="2849028"/>
                </a:cubicBezTo>
                <a:cubicBezTo>
                  <a:pt x="3531517" y="2845031"/>
                  <a:pt x="3538369" y="2865256"/>
                  <a:pt x="3532013" y="2868126"/>
                </a:cubicBezTo>
                <a:cubicBezTo>
                  <a:pt x="3526842" y="2869601"/>
                  <a:pt x="3527715" y="2876080"/>
                  <a:pt x="3526094" y="2881167"/>
                </a:cubicBezTo>
                <a:cubicBezTo>
                  <a:pt x="3520961" y="2885059"/>
                  <a:pt x="3517628" y="2910333"/>
                  <a:pt x="3518939" y="2918966"/>
                </a:cubicBezTo>
                <a:cubicBezTo>
                  <a:pt x="3525789" y="2943088"/>
                  <a:pt x="3505468" y="2964225"/>
                  <a:pt x="3510391" y="2983548"/>
                </a:cubicBezTo>
                <a:cubicBezTo>
                  <a:pt x="3510204" y="2988707"/>
                  <a:pt x="3509257" y="2993036"/>
                  <a:pt x="3507840" y="2996827"/>
                </a:cubicBezTo>
                <a:lnTo>
                  <a:pt x="3502741" y="3006379"/>
                </a:lnTo>
                <a:lnTo>
                  <a:pt x="3499028" y="3006971"/>
                </a:lnTo>
                <a:lnTo>
                  <a:pt x="3497157" y="3013976"/>
                </a:lnTo>
                <a:lnTo>
                  <a:pt x="3496053" y="3015450"/>
                </a:lnTo>
                <a:cubicBezTo>
                  <a:pt x="3493931" y="3018255"/>
                  <a:pt x="3491925" y="3021106"/>
                  <a:pt x="3490329" y="3024292"/>
                </a:cubicBezTo>
                <a:cubicBezTo>
                  <a:pt x="3504872" y="3031782"/>
                  <a:pt x="3479143" y="3052632"/>
                  <a:pt x="3493186" y="3052840"/>
                </a:cubicBezTo>
                <a:cubicBezTo>
                  <a:pt x="3486942" y="3071654"/>
                  <a:pt x="3501947" y="3066916"/>
                  <a:pt x="3484298" y="3080007"/>
                </a:cubicBezTo>
                <a:cubicBezTo>
                  <a:pt x="3483814" y="3117860"/>
                  <a:pt x="3462683" y="3158406"/>
                  <a:pt x="3469977" y="3195253"/>
                </a:cubicBezTo>
                <a:cubicBezTo>
                  <a:pt x="3464984" y="3186842"/>
                  <a:pt x="3455676" y="3194249"/>
                  <a:pt x="3455490" y="3205255"/>
                </a:cubicBezTo>
                <a:cubicBezTo>
                  <a:pt x="3435461" y="3173385"/>
                  <a:pt x="3464274" y="3257718"/>
                  <a:pt x="3445250" y="3249703"/>
                </a:cubicBezTo>
                <a:cubicBezTo>
                  <a:pt x="3460163" y="3264187"/>
                  <a:pt x="3471377" y="3324835"/>
                  <a:pt x="3452291" y="3330508"/>
                </a:cubicBezTo>
                <a:cubicBezTo>
                  <a:pt x="3445043" y="3359645"/>
                  <a:pt x="3450218" y="3389952"/>
                  <a:pt x="3434486" y="3412864"/>
                </a:cubicBezTo>
                <a:cubicBezTo>
                  <a:pt x="3436166" y="3415609"/>
                  <a:pt x="3437306" y="3418595"/>
                  <a:pt x="3438058" y="3421734"/>
                </a:cubicBezTo>
                <a:lnTo>
                  <a:pt x="3439245" y="3430986"/>
                </a:lnTo>
                <a:lnTo>
                  <a:pt x="3438541" y="3431897"/>
                </a:lnTo>
                <a:cubicBezTo>
                  <a:pt x="3436732" y="3436375"/>
                  <a:pt x="3436677" y="3439488"/>
                  <a:pt x="3437396" y="3441992"/>
                </a:cubicBezTo>
                <a:lnTo>
                  <a:pt x="3438843" y="3444647"/>
                </a:lnTo>
                <a:lnTo>
                  <a:pt x="3438591" y="3451712"/>
                </a:lnTo>
                <a:lnTo>
                  <a:pt x="3439527" y="3466008"/>
                </a:lnTo>
                <a:lnTo>
                  <a:pt x="3438357" y="3468331"/>
                </a:lnTo>
                <a:lnTo>
                  <a:pt x="3437674" y="3489343"/>
                </a:lnTo>
                <a:cubicBezTo>
                  <a:pt x="3437459" y="3489383"/>
                  <a:pt x="3437241" y="3489424"/>
                  <a:pt x="3437026" y="3489465"/>
                </a:cubicBezTo>
                <a:cubicBezTo>
                  <a:pt x="3435558" y="3490219"/>
                  <a:pt x="3434444" y="3491679"/>
                  <a:pt x="3434044" y="3494659"/>
                </a:cubicBezTo>
                <a:cubicBezTo>
                  <a:pt x="3425302" y="3487640"/>
                  <a:pt x="3430211" y="3495561"/>
                  <a:pt x="3429800" y="3504965"/>
                </a:cubicBezTo>
                <a:cubicBezTo>
                  <a:pt x="3416132" y="3496161"/>
                  <a:pt x="3420620" y="3524348"/>
                  <a:pt x="3412115" y="3526661"/>
                </a:cubicBezTo>
                <a:cubicBezTo>
                  <a:pt x="3412121" y="3533765"/>
                  <a:pt x="3411879" y="3541120"/>
                  <a:pt x="3411331" y="3548549"/>
                </a:cubicBezTo>
                <a:lnTo>
                  <a:pt x="3410824" y="3552872"/>
                </a:lnTo>
                <a:cubicBezTo>
                  <a:pt x="3410773" y="3552889"/>
                  <a:pt x="3410721" y="3552908"/>
                  <a:pt x="3410671" y="3552926"/>
                </a:cubicBezTo>
                <a:cubicBezTo>
                  <a:pt x="3410254" y="3553793"/>
                  <a:pt x="3409971" y="3555188"/>
                  <a:pt x="3409849" y="3557419"/>
                </a:cubicBezTo>
                <a:lnTo>
                  <a:pt x="3409902" y="3560756"/>
                </a:lnTo>
                <a:lnTo>
                  <a:pt x="3408918" y="3569144"/>
                </a:lnTo>
                <a:lnTo>
                  <a:pt x="3407623" y="3571810"/>
                </a:lnTo>
                <a:lnTo>
                  <a:pt x="3405729" y="3572549"/>
                </a:lnTo>
                <a:lnTo>
                  <a:pt x="3405835" y="3573359"/>
                </a:lnTo>
                <a:cubicBezTo>
                  <a:pt x="3408214" y="3579757"/>
                  <a:pt x="3412465" y="3582275"/>
                  <a:pt x="3399129" y="3587902"/>
                </a:cubicBezTo>
                <a:cubicBezTo>
                  <a:pt x="3402495" y="3602236"/>
                  <a:pt x="3394605" y="3603730"/>
                  <a:pt x="3389566" y="3621859"/>
                </a:cubicBezTo>
                <a:cubicBezTo>
                  <a:pt x="3393374" y="3630350"/>
                  <a:pt x="3390863" y="3636316"/>
                  <a:pt x="3386307" y="3641820"/>
                </a:cubicBezTo>
                <a:cubicBezTo>
                  <a:pt x="3386232" y="3660214"/>
                  <a:pt x="3378837" y="3675854"/>
                  <a:pt x="3374956" y="3695940"/>
                </a:cubicBezTo>
                <a:cubicBezTo>
                  <a:pt x="3378387" y="3718839"/>
                  <a:pt x="3365817" y="3728358"/>
                  <a:pt x="3361718" y="3749831"/>
                </a:cubicBezTo>
                <a:cubicBezTo>
                  <a:pt x="3370064" y="3770267"/>
                  <a:pt x="3350403" y="3763879"/>
                  <a:pt x="3344768" y="3774338"/>
                </a:cubicBezTo>
                <a:lnTo>
                  <a:pt x="3343985" y="3777418"/>
                </a:lnTo>
                <a:lnTo>
                  <a:pt x="3344520" y="3785849"/>
                </a:lnTo>
                <a:lnTo>
                  <a:pt x="3345162" y="3789023"/>
                </a:lnTo>
                <a:cubicBezTo>
                  <a:pt x="3345441" y="3791209"/>
                  <a:pt x="3345415" y="3792659"/>
                  <a:pt x="3345164" y="3793659"/>
                </a:cubicBezTo>
                <a:lnTo>
                  <a:pt x="3345024" y="3793774"/>
                </a:lnTo>
                <a:lnTo>
                  <a:pt x="3345300" y="3798119"/>
                </a:lnTo>
                <a:cubicBezTo>
                  <a:pt x="3346087" y="3805456"/>
                  <a:pt x="3347157" y="3812596"/>
                  <a:pt x="3348424" y="3819398"/>
                </a:cubicBezTo>
                <a:cubicBezTo>
                  <a:pt x="3340590" y="3825065"/>
                  <a:pt x="3349940" y="3850234"/>
                  <a:pt x="3335133" y="3847354"/>
                </a:cubicBezTo>
                <a:cubicBezTo>
                  <a:pt x="3336403" y="3856524"/>
                  <a:pt x="3342565" y="3862118"/>
                  <a:pt x="3332848" y="3858945"/>
                </a:cubicBezTo>
                <a:cubicBezTo>
                  <a:pt x="3332988" y="3861961"/>
                  <a:pt x="3332168" y="3863811"/>
                  <a:pt x="3330878" y="3865128"/>
                </a:cubicBezTo>
                <a:lnTo>
                  <a:pt x="3330273" y="3865510"/>
                </a:lnTo>
                <a:lnTo>
                  <a:pt x="3333337" y="3885908"/>
                </a:lnTo>
                <a:lnTo>
                  <a:pt x="3332616" y="3888608"/>
                </a:lnTo>
                <a:lnTo>
                  <a:pt x="3336057" y="3901916"/>
                </a:lnTo>
                <a:lnTo>
                  <a:pt x="3337066" y="3908785"/>
                </a:lnTo>
                <a:lnTo>
                  <a:pt x="3338940" y="3910739"/>
                </a:lnTo>
                <a:cubicBezTo>
                  <a:pt x="3340082" y="3912843"/>
                  <a:pt x="3340580" y="3915849"/>
                  <a:pt x="3339621" y="3920873"/>
                </a:cubicBezTo>
                <a:lnTo>
                  <a:pt x="3339102" y="3922032"/>
                </a:lnTo>
                <a:lnTo>
                  <a:pt x="3341891" y="3930408"/>
                </a:lnTo>
                <a:cubicBezTo>
                  <a:pt x="3343178" y="3933107"/>
                  <a:pt x="3344812" y="3935503"/>
                  <a:pt x="3346927" y="3937451"/>
                </a:cubicBezTo>
                <a:cubicBezTo>
                  <a:pt x="3335745" y="3965779"/>
                  <a:pt x="3346136" y="3992699"/>
                  <a:pt x="3344279" y="4023542"/>
                </a:cubicBezTo>
                <a:cubicBezTo>
                  <a:pt x="3347024" y="4058096"/>
                  <a:pt x="3350783" y="4081986"/>
                  <a:pt x="3351926" y="4104769"/>
                </a:cubicBezTo>
                <a:cubicBezTo>
                  <a:pt x="3353695" y="4115384"/>
                  <a:pt x="3359144" y="4193344"/>
                  <a:pt x="3352816" y="4187317"/>
                </a:cubicBezTo>
                <a:cubicBezTo>
                  <a:pt x="3366419" y="4219638"/>
                  <a:pt x="3351446" y="4239971"/>
                  <a:pt x="3357691" y="4276413"/>
                </a:cubicBezTo>
                <a:cubicBezTo>
                  <a:pt x="3342910" y="4296116"/>
                  <a:pt x="3356610" y="4285488"/>
                  <a:pt x="3353895" y="4306037"/>
                </a:cubicBezTo>
                <a:cubicBezTo>
                  <a:pt x="3367541" y="4300534"/>
                  <a:pt x="3346306" y="4330948"/>
                  <a:pt x="3361728" y="4332215"/>
                </a:cubicBezTo>
                <a:cubicBezTo>
                  <a:pt x="3360746" y="4335915"/>
                  <a:pt x="3359307" y="4339458"/>
                  <a:pt x="3357748" y="4343006"/>
                </a:cubicBezTo>
                <a:lnTo>
                  <a:pt x="3356941" y="4344866"/>
                </a:lnTo>
                <a:lnTo>
                  <a:pt x="3356370" y="4352332"/>
                </a:lnTo>
                <a:lnTo>
                  <a:pt x="3352876" y="4354407"/>
                </a:lnTo>
                <a:lnTo>
                  <a:pt x="3352683" y="4444689"/>
                </a:lnTo>
                <a:cubicBezTo>
                  <a:pt x="3355485" y="4452425"/>
                  <a:pt x="3356736" y="4477980"/>
                  <a:pt x="3352455" y="4483791"/>
                </a:cubicBezTo>
                <a:cubicBezTo>
                  <a:pt x="3351784" y="4489320"/>
                  <a:pt x="3353780" y="4495171"/>
                  <a:pt x="3349030" y="4498683"/>
                </a:cubicBezTo>
                <a:cubicBezTo>
                  <a:pt x="3346858" y="4510741"/>
                  <a:pt x="3341860" y="4538358"/>
                  <a:pt x="3339427" y="4556140"/>
                </a:cubicBezTo>
                <a:cubicBezTo>
                  <a:pt x="3342836" y="4560659"/>
                  <a:pt x="3341611" y="4566842"/>
                  <a:pt x="3339521" y="4574959"/>
                </a:cubicBezTo>
                <a:lnTo>
                  <a:pt x="3338246" y="4582576"/>
                </a:lnTo>
                <a:lnTo>
                  <a:pt x="3348539" y="4605460"/>
                </a:lnTo>
                <a:lnTo>
                  <a:pt x="3345760" y="4678575"/>
                </a:lnTo>
                <a:lnTo>
                  <a:pt x="3356250" y="4713574"/>
                </a:lnTo>
                <a:cubicBezTo>
                  <a:pt x="3358600" y="4727943"/>
                  <a:pt x="3359577" y="4741820"/>
                  <a:pt x="3361380" y="4755215"/>
                </a:cubicBezTo>
                <a:cubicBezTo>
                  <a:pt x="3363928" y="4785596"/>
                  <a:pt x="3347531" y="4766123"/>
                  <a:pt x="3361636" y="4803525"/>
                </a:cubicBezTo>
                <a:cubicBezTo>
                  <a:pt x="3356254" y="4807867"/>
                  <a:pt x="3356117" y="4812705"/>
                  <a:pt x="3358957" y="4820729"/>
                </a:cubicBezTo>
                <a:cubicBezTo>
                  <a:pt x="3359783" y="4835507"/>
                  <a:pt x="3345952" y="4834947"/>
                  <a:pt x="3354635" y="4849546"/>
                </a:cubicBezTo>
                <a:cubicBezTo>
                  <a:pt x="3350894" y="4848362"/>
                  <a:pt x="3350351" y="4855411"/>
                  <a:pt x="3349759" y="4861941"/>
                </a:cubicBezTo>
                <a:lnTo>
                  <a:pt x="3347368" y="4866228"/>
                </a:lnTo>
                <a:lnTo>
                  <a:pt x="3358408" y="4889535"/>
                </a:lnTo>
                <a:cubicBezTo>
                  <a:pt x="3373705" y="4931282"/>
                  <a:pt x="3382233" y="4982216"/>
                  <a:pt x="3393319" y="5017998"/>
                </a:cubicBezTo>
                <a:cubicBezTo>
                  <a:pt x="3368256" y="5040241"/>
                  <a:pt x="3392200" y="5029364"/>
                  <a:pt x="3389184" y="5055049"/>
                </a:cubicBezTo>
                <a:cubicBezTo>
                  <a:pt x="3413510" y="5050695"/>
                  <a:pt x="3377700" y="5085342"/>
                  <a:pt x="3405892" y="5089973"/>
                </a:cubicBezTo>
                <a:cubicBezTo>
                  <a:pt x="3404451" y="5094499"/>
                  <a:pt x="3402165" y="5098741"/>
                  <a:pt x="3399662" y="5102960"/>
                </a:cubicBezTo>
                <a:lnTo>
                  <a:pt x="3398363" y="5105176"/>
                </a:lnTo>
                <a:lnTo>
                  <a:pt x="3398026" y="5114590"/>
                </a:lnTo>
                <a:lnTo>
                  <a:pt x="3391859" y="5116550"/>
                </a:lnTo>
                <a:lnTo>
                  <a:pt x="3386999" y="5130226"/>
                </a:lnTo>
                <a:cubicBezTo>
                  <a:pt x="3386119" y="5135455"/>
                  <a:pt x="3386267" y="5141205"/>
                  <a:pt x="3388073" y="5147747"/>
                </a:cubicBezTo>
                <a:cubicBezTo>
                  <a:pt x="3400425" y="5164741"/>
                  <a:pt x="3388688" y="5187675"/>
                  <a:pt x="3391234" y="5209919"/>
                </a:cubicBezTo>
                <a:lnTo>
                  <a:pt x="3395469" y="5220481"/>
                </a:lnTo>
                <a:lnTo>
                  <a:pt x="3392518" y="5250830"/>
                </a:lnTo>
                <a:lnTo>
                  <a:pt x="3393800" y="5252877"/>
                </a:lnTo>
                <a:cubicBezTo>
                  <a:pt x="3393941" y="5258188"/>
                  <a:pt x="3392357" y="5268832"/>
                  <a:pt x="3393361" y="5282697"/>
                </a:cubicBezTo>
                <a:lnTo>
                  <a:pt x="3399825" y="5336059"/>
                </a:lnTo>
                <a:lnTo>
                  <a:pt x="3392824" y="5344884"/>
                </a:lnTo>
                <a:lnTo>
                  <a:pt x="3389277" y="5345998"/>
                </a:lnTo>
                <a:lnTo>
                  <a:pt x="3390946" y="5360636"/>
                </a:lnTo>
                <a:lnTo>
                  <a:pt x="3386366" y="5371486"/>
                </a:lnTo>
                <a:lnTo>
                  <a:pt x="3390662" y="5381496"/>
                </a:lnTo>
                <a:lnTo>
                  <a:pt x="3388199" y="5395290"/>
                </a:lnTo>
                <a:cubicBezTo>
                  <a:pt x="3386677" y="5400263"/>
                  <a:pt x="3384810" y="5405812"/>
                  <a:pt x="3383455" y="5412069"/>
                </a:cubicBezTo>
                <a:lnTo>
                  <a:pt x="3376345" y="5426008"/>
                </a:lnTo>
                <a:lnTo>
                  <a:pt x="3374012" y="5448470"/>
                </a:lnTo>
                <a:cubicBezTo>
                  <a:pt x="3372358" y="5465848"/>
                  <a:pt x="3370199" y="5482458"/>
                  <a:pt x="3365299" y="5498771"/>
                </a:cubicBezTo>
                <a:cubicBezTo>
                  <a:pt x="3368242" y="5512292"/>
                  <a:pt x="3368289" y="5524931"/>
                  <a:pt x="3358774" y="5536815"/>
                </a:cubicBezTo>
                <a:cubicBezTo>
                  <a:pt x="3355554" y="5573082"/>
                  <a:pt x="3364982" y="5582256"/>
                  <a:pt x="3352897" y="5604851"/>
                </a:cubicBezTo>
                <a:cubicBezTo>
                  <a:pt x="3357655" y="5611851"/>
                  <a:pt x="3360065" y="5616619"/>
                  <a:pt x="3360918" y="5620215"/>
                </a:cubicBezTo>
                <a:cubicBezTo>
                  <a:pt x="3363482" y="5631010"/>
                  <a:pt x="3352061" y="5631235"/>
                  <a:pt x="3348145" y="5649365"/>
                </a:cubicBezTo>
                <a:cubicBezTo>
                  <a:pt x="3342329" y="5668683"/>
                  <a:pt x="3336842" y="5635583"/>
                  <a:pt x="3334135" y="5654076"/>
                </a:cubicBezTo>
                <a:cubicBezTo>
                  <a:pt x="3338089" y="5673079"/>
                  <a:pt x="3320876" y="5674673"/>
                  <a:pt x="3326011" y="5694285"/>
                </a:cubicBezTo>
                <a:cubicBezTo>
                  <a:pt x="3339441" y="5687377"/>
                  <a:pt x="3320185" y="5735320"/>
                  <a:pt x="3331448" y="5735077"/>
                </a:cubicBezTo>
                <a:cubicBezTo>
                  <a:pt x="3313758" y="5754960"/>
                  <a:pt x="3333086" y="5760823"/>
                  <a:pt x="3326180" y="5784860"/>
                </a:cubicBezTo>
                <a:cubicBezTo>
                  <a:pt x="3319129" y="5796737"/>
                  <a:pt x="3317432" y="5804806"/>
                  <a:pt x="3323175" y="5814629"/>
                </a:cubicBezTo>
                <a:cubicBezTo>
                  <a:pt x="3289103" y="5869565"/>
                  <a:pt x="3319352" y="5845410"/>
                  <a:pt x="3303983" y="5894405"/>
                </a:cubicBezTo>
                <a:lnTo>
                  <a:pt x="3302615" y="5898375"/>
                </a:lnTo>
                <a:lnTo>
                  <a:pt x="3305988" y="5914019"/>
                </a:lnTo>
                <a:cubicBezTo>
                  <a:pt x="3306566" y="5914416"/>
                  <a:pt x="3307142" y="5914813"/>
                  <a:pt x="3307720" y="5915209"/>
                </a:cubicBezTo>
                <a:lnTo>
                  <a:pt x="3288942" y="5962966"/>
                </a:lnTo>
                <a:lnTo>
                  <a:pt x="3289995" y="5969791"/>
                </a:lnTo>
                <a:lnTo>
                  <a:pt x="3273219" y="6000303"/>
                </a:lnTo>
                <a:lnTo>
                  <a:pt x="3266971" y="6016394"/>
                </a:lnTo>
                <a:lnTo>
                  <a:pt x="3258268" y="6034498"/>
                </a:lnTo>
                <a:lnTo>
                  <a:pt x="3262376" y="6046147"/>
                </a:lnTo>
                <a:cubicBezTo>
                  <a:pt x="3269023" y="6073717"/>
                  <a:pt x="3250846" y="6118951"/>
                  <a:pt x="3274161" y="6127097"/>
                </a:cubicBezTo>
                <a:cubicBezTo>
                  <a:pt x="3261055" y="6140796"/>
                  <a:pt x="3284255" y="6151240"/>
                  <a:pt x="3287116" y="6165061"/>
                </a:cubicBezTo>
                <a:cubicBezTo>
                  <a:pt x="3278972" y="6176795"/>
                  <a:pt x="3286959" y="6181809"/>
                  <a:pt x="3289289" y="6191816"/>
                </a:cubicBezTo>
                <a:cubicBezTo>
                  <a:pt x="3284123" y="6196765"/>
                  <a:pt x="3284941" y="6205311"/>
                  <a:pt x="3291517" y="6207797"/>
                </a:cubicBezTo>
                <a:cubicBezTo>
                  <a:pt x="3306003" y="6202672"/>
                  <a:pt x="3300501" y="6232914"/>
                  <a:pt x="3310808" y="6234442"/>
                </a:cubicBezTo>
                <a:cubicBezTo>
                  <a:pt x="3314005" y="6251566"/>
                  <a:pt x="3305763" y="6327405"/>
                  <a:pt x="3322832" y="6339012"/>
                </a:cubicBezTo>
                <a:cubicBezTo>
                  <a:pt x="3332735" y="6373401"/>
                  <a:pt x="3309981" y="6425589"/>
                  <a:pt x="3311360" y="6440393"/>
                </a:cubicBezTo>
                <a:cubicBezTo>
                  <a:pt x="3282540" y="6457108"/>
                  <a:pt x="3365374" y="6523495"/>
                  <a:pt x="3370963" y="6586374"/>
                </a:cubicBezTo>
                <a:cubicBezTo>
                  <a:pt x="3368621" y="6595055"/>
                  <a:pt x="3368943" y="6599590"/>
                  <a:pt x="3375863" y="6601412"/>
                </a:cubicBezTo>
                <a:cubicBezTo>
                  <a:pt x="3380798" y="6617525"/>
                  <a:pt x="3389212" y="6649404"/>
                  <a:pt x="3400578" y="6683057"/>
                </a:cubicBezTo>
                <a:cubicBezTo>
                  <a:pt x="3408645" y="6705148"/>
                  <a:pt x="3410628" y="6805370"/>
                  <a:pt x="3417831" y="6852700"/>
                </a:cubicBezTo>
                <a:lnTo>
                  <a:pt x="3418926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7993444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7C0639C-9DF9-468F-8FF8-C1B8BD1349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5400"/>
              <a:t>Listas de acceso</a:t>
            </a:r>
          </a:p>
        </p:txBody>
      </p:sp>
      <p:sp>
        <p:nvSpPr>
          <p:cNvPr id="14" name="sketchy line">
            <a:extLst>
              <a:ext uri="{FF2B5EF4-FFF2-40B4-BE49-F238E27FC236}">
                <a16:creationId xmlns:a16="http://schemas.microsoft.com/office/drawing/2014/main" id="{D4974D33-8DC5-464E-8C6D-BE58F0669C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80" y="2586994"/>
            <a:ext cx="3474720" cy="18288"/>
          </a:xfrm>
          <a:custGeom>
            <a:avLst/>
            <a:gdLst>
              <a:gd name="connsiteX0" fmla="*/ 0 w 3474720"/>
              <a:gd name="connsiteY0" fmla="*/ 0 h 18288"/>
              <a:gd name="connsiteX1" fmla="*/ 694944 w 3474720"/>
              <a:gd name="connsiteY1" fmla="*/ 0 h 18288"/>
              <a:gd name="connsiteX2" fmla="*/ 1355141 w 3474720"/>
              <a:gd name="connsiteY2" fmla="*/ 0 h 18288"/>
              <a:gd name="connsiteX3" fmla="*/ 2015338 w 3474720"/>
              <a:gd name="connsiteY3" fmla="*/ 0 h 18288"/>
              <a:gd name="connsiteX4" fmla="*/ 2779776 w 3474720"/>
              <a:gd name="connsiteY4" fmla="*/ 0 h 18288"/>
              <a:gd name="connsiteX5" fmla="*/ 3474720 w 3474720"/>
              <a:gd name="connsiteY5" fmla="*/ 0 h 18288"/>
              <a:gd name="connsiteX6" fmla="*/ 3474720 w 3474720"/>
              <a:gd name="connsiteY6" fmla="*/ 18288 h 18288"/>
              <a:gd name="connsiteX7" fmla="*/ 2779776 w 3474720"/>
              <a:gd name="connsiteY7" fmla="*/ 18288 h 18288"/>
              <a:gd name="connsiteX8" fmla="*/ 2189074 w 3474720"/>
              <a:gd name="connsiteY8" fmla="*/ 18288 h 18288"/>
              <a:gd name="connsiteX9" fmla="*/ 1528877 w 3474720"/>
              <a:gd name="connsiteY9" fmla="*/ 18288 h 18288"/>
              <a:gd name="connsiteX10" fmla="*/ 868680 w 3474720"/>
              <a:gd name="connsiteY10" fmla="*/ 18288 h 18288"/>
              <a:gd name="connsiteX11" fmla="*/ 0 w 3474720"/>
              <a:gd name="connsiteY11" fmla="*/ 18288 h 18288"/>
              <a:gd name="connsiteX12" fmla="*/ 0 w 3474720"/>
              <a:gd name="connsiteY12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3474720" h="18288" fill="none" extrusionOk="0">
                <a:moveTo>
                  <a:pt x="0" y="0"/>
                </a:moveTo>
                <a:cubicBezTo>
                  <a:pt x="224454" y="-14544"/>
                  <a:pt x="495407" y="26540"/>
                  <a:pt x="694944" y="0"/>
                </a:cubicBezTo>
                <a:cubicBezTo>
                  <a:pt x="894481" y="-26540"/>
                  <a:pt x="1130063" y="24713"/>
                  <a:pt x="1355141" y="0"/>
                </a:cubicBezTo>
                <a:cubicBezTo>
                  <a:pt x="1580219" y="-24713"/>
                  <a:pt x="1820099" y="26695"/>
                  <a:pt x="2015338" y="0"/>
                </a:cubicBezTo>
                <a:cubicBezTo>
                  <a:pt x="2210577" y="-26695"/>
                  <a:pt x="2402045" y="165"/>
                  <a:pt x="2779776" y="0"/>
                </a:cubicBezTo>
                <a:cubicBezTo>
                  <a:pt x="3157507" y="-165"/>
                  <a:pt x="3286859" y="-15571"/>
                  <a:pt x="3474720" y="0"/>
                </a:cubicBezTo>
                <a:cubicBezTo>
                  <a:pt x="3474286" y="7551"/>
                  <a:pt x="3474253" y="9822"/>
                  <a:pt x="3474720" y="18288"/>
                </a:cubicBezTo>
                <a:cubicBezTo>
                  <a:pt x="3233904" y="29845"/>
                  <a:pt x="2945134" y="-5256"/>
                  <a:pt x="2779776" y="18288"/>
                </a:cubicBezTo>
                <a:cubicBezTo>
                  <a:pt x="2614418" y="41832"/>
                  <a:pt x="2339768" y="22709"/>
                  <a:pt x="2189074" y="18288"/>
                </a:cubicBezTo>
                <a:cubicBezTo>
                  <a:pt x="2038380" y="13867"/>
                  <a:pt x="1817434" y="-4947"/>
                  <a:pt x="1528877" y="18288"/>
                </a:cubicBezTo>
                <a:cubicBezTo>
                  <a:pt x="1240320" y="41523"/>
                  <a:pt x="1042447" y="37198"/>
                  <a:pt x="868680" y="18288"/>
                </a:cubicBezTo>
                <a:cubicBezTo>
                  <a:pt x="694913" y="-622"/>
                  <a:pt x="233232" y="44909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474720" h="18288" stroke="0" extrusionOk="0">
                <a:moveTo>
                  <a:pt x="0" y="0"/>
                </a:moveTo>
                <a:cubicBezTo>
                  <a:pt x="202328" y="-14716"/>
                  <a:pt x="332722" y="-11499"/>
                  <a:pt x="625450" y="0"/>
                </a:cubicBezTo>
                <a:cubicBezTo>
                  <a:pt x="918178" y="11499"/>
                  <a:pt x="1096688" y="5123"/>
                  <a:pt x="1389888" y="0"/>
                </a:cubicBezTo>
                <a:cubicBezTo>
                  <a:pt x="1683088" y="-5123"/>
                  <a:pt x="1835981" y="-14038"/>
                  <a:pt x="1980590" y="0"/>
                </a:cubicBezTo>
                <a:cubicBezTo>
                  <a:pt x="2125199" y="14038"/>
                  <a:pt x="2396099" y="-7203"/>
                  <a:pt x="2571293" y="0"/>
                </a:cubicBezTo>
                <a:cubicBezTo>
                  <a:pt x="2746487" y="7203"/>
                  <a:pt x="3041609" y="-12036"/>
                  <a:pt x="3474720" y="0"/>
                </a:cubicBezTo>
                <a:cubicBezTo>
                  <a:pt x="3474638" y="4406"/>
                  <a:pt x="3474631" y="9982"/>
                  <a:pt x="3474720" y="18288"/>
                </a:cubicBezTo>
                <a:cubicBezTo>
                  <a:pt x="3324873" y="21876"/>
                  <a:pt x="3136771" y="12587"/>
                  <a:pt x="2814523" y="18288"/>
                </a:cubicBezTo>
                <a:cubicBezTo>
                  <a:pt x="2492275" y="23989"/>
                  <a:pt x="2294402" y="47111"/>
                  <a:pt x="2154326" y="18288"/>
                </a:cubicBezTo>
                <a:cubicBezTo>
                  <a:pt x="2014250" y="-10535"/>
                  <a:pt x="1820317" y="33903"/>
                  <a:pt x="1494130" y="18288"/>
                </a:cubicBezTo>
                <a:cubicBezTo>
                  <a:pt x="1167943" y="2673"/>
                  <a:pt x="948432" y="14868"/>
                  <a:pt x="729691" y="18288"/>
                </a:cubicBezTo>
                <a:cubicBezTo>
                  <a:pt x="510950" y="21708"/>
                  <a:pt x="264032" y="24354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838C35-C6B3-4759-8950-A12C1F799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872899"/>
            <a:ext cx="4243589" cy="3320668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/>
              <a:t>Nos permiten determinar el tráfico interesante y bloquear/permitir a partir de esto</a:t>
            </a:r>
          </a:p>
          <a:p>
            <a:r>
              <a:rPr lang="en-US" sz="2000"/>
              <a:t>Parecido a if-elif-else, solo uno puede ser verdad.</a:t>
            </a:r>
          </a:p>
          <a:p>
            <a:r>
              <a:rPr lang="en-US" sz="2000"/>
              <a:t>Dos tipos</a:t>
            </a:r>
          </a:p>
          <a:p>
            <a:pPr lvl="1"/>
            <a:r>
              <a:rPr lang="en-US" sz="2000"/>
              <a:t>Standard (Fuente)</a:t>
            </a:r>
          </a:p>
          <a:p>
            <a:pPr lvl="1"/>
            <a:r>
              <a:rPr lang="en-US" sz="2000"/>
              <a:t>Extendidos (Fuente-Destino)</a:t>
            </a:r>
          </a:p>
        </p:txBody>
      </p:sp>
      <p:pic>
        <p:nvPicPr>
          <p:cNvPr id="7" name="Content Placeholder 6" descr="A picture containing outdoor, sky, ground, building&#10;&#10;Description automatically generated">
            <a:extLst>
              <a:ext uri="{FF2B5EF4-FFF2-40B4-BE49-F238E27FC236}">
                <a16:creationId xmlns:a16="http://schemas.microsoft.com/office/drawing/2014/main" id="{E759CAA5-91F6-490C-9AC1-CB32F34E3D2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83" r="16597"/>
          <a:stretch/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41172766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FEC790-F315-4BD9-AFDD-BBA3B3291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s-MX" sz="5400"/>
              <a:t>Nomenclatura Access List Standard</a:t>
            </a:r>
            <a:endParaRPr lang="en-US" sz="5400"/>
          </a:p>
        </p:txBody>
      </p:sp>
      <p:pic>
        <p:nvPicPr>
          <p:cNvPr id="7" name="Picture 6" descr="Immigration stamps">
            <a:extLst>
              <a:ext uri="{FF2B5EF4-FFF2-40B4-BE49-F238E27FC236}">
                <a16:creationId xmlns:a16="http://schemas.microsoft.com/office/drawing/2014/main" id="{BE662F82-355B-F1A3-1D7E-D9DD7F297E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603" r="4" b="4"/>
          <a:stretch/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3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E603398-853A-4048-A9DB-BEEE66C5BE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06624"/>
            <a:ext cx="6251110" cy="3483864"/>
          </a:xfrm>
        </p:spPr>
        <p:txBody>
          <a:bodyPr>
            <a:normAutofit/>
          </a:bodyPr>
          <a:lstStyle/>
          <a:p>
            <a:r>
              <a:rPr lang="es-MX" sz="2200"/>
              <a:t>Access-list &lt;número&gt; [permit|deny] [any|host &lt;ip&gt;|&lt;ip&gt; &lt;wildcard&gt;]</a:t>
            </a:r>
          </a:p>
          <a:p>
            <a:r>
              <a:rPr lang="es-MX" sz="2200"/>
              <a:t>Access-list 1 deny host 10.0.0.15</a:t>
            </a:r>
          </a:p>
          <a:p>
            <a:r>
              <a:rPr lang="es-MX" sz="2200"/>
              <a:t>Access-list 1 permit any</a:t>
            </a:r>
          </a:p>
          <a:p>
            <a:r>
              <a:rPr lang="es-MX" sz="2200"/>
              <a:t>Access-list 1 permit 10.0.30.0 0.0.0.255</a:t>
            </a:r>
          </a:p>
          <a:p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3385489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E0AA2-96AD-4876-9EA1-9900717D7B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err="1"/>
              <a:t>Wildcards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DD6DED-A65B-4BE7-AF8D-8A35EFFDE871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MX" dirty="0"/>
              <a:t>Todos los bits que pueden cambiar y ser considerados</a:t>
            </a:r>
          </a:p>
          <a:p>
            <a:pPr marL="0" indent="0">
              <a:buNone/>
            </a:pPr>
            <a:r>
              <a:rPr lang="en-US" dirty="0"/>
              <a:t>IP: 10.0.32.0/19</a:t>
            </a:r>
          </a:p>
          <a:p>
            <a:pPr marL="0" indent="0">
              <a:buNone/>
            </a:pPr>
            <a:r>
              <a:rPr lang="en-US" dirty="0" err="1"/>
              <a:t>Máscara</a:t>
            </a:r>
            <a:r>
              <a:rPr lang="en-US" dirty="0"/>
              <a:t> de red: 255.255.224.0</a:t>
            </a:r>
          </a:p>
          <a:p>
            <a:pPr marL="0" indent="0">
              <a:buNone/>
            </a:pPr>
            <a:r>
              <a:rPr lang="en-US" dirty="0"/>
              <a:t>Wildcard: 0.0.31.255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71F245F-1DBC-44EF-B75C-05D097AFEA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s-MX" dirty="0"/>
              <a:t>Forma fácil de calcularlo:</a:t>
            </a:r>
          </a:p>
          <a:p>
            <a:pPr lvl="1"/>
            <a:r>
              <a:rPr lang="es-MX" dirty="0"/>
              <a:t>255-máscara</a:t>
            </a:r>
            <a:endParaRPr lang="en-US" dirty="0"/>
          </a:p>
        </p:txBody>
      </p:sp>
      <p:graphicFrame>
        <p:nvGraphicFramePr>
          <p:cNvPr id="7" name="Table 4">
            <a:extLst>
              <a:ext uri="{FF2B5EF4-FFF2-40B4-BE49-F238E27FC236}">
                <a16:creationId xmlns:a16="http://schemas.microsoft.com/office/drawing/2014/main" id="{075BF21B-2837-4B52-B68F-E4426976A40E}"/>
              </a:ext>
            </a:extLst>
          </p:cNvPr>
          <p:cNvGraphicFramePr>
            <a:graphicFrameLocks noGrp="1"/>
          </p:cNvGraphicFramePr>
          <p:nvPr/>
        </p:nvGraphicFramePr>
        <p:xfrm>
          <a:off x="1702123" y="4378961"/>
          <a:ext cx="8128000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4126328801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00866837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4765392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8512203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73463004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Octeto 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Octeto 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Octeto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Octeto 4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069617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IP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00001010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00000000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00100000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00000000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31339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/>
                        <a:t>Mascara de red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11111111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11111111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11100000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00000000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776758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MX" dirty="0" err="1"/>
                        <a:t>Wildcard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00000000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00000000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00011111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/>
                        <a:t>11111111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94321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63178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6173EA8-7040-E37C-2643-886E7E4B3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s-ES" sz="3700">
                <a:solidFill>
                  <a:srgbClr val="FFFFFF"/>
                </a:solidFill>
              </a:rPr>
              <a:t>Nomenclatura ACL Extendida</a:t>
            </a:r>
            <a:endParaRPr lang="es-MX" sz="3700">
              <a:solidFill>
                <a:srgbClr val="FFFFFF"/>
              </a:solidFill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96A74F3-6FF0-1190-411A-D3C75E4957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s-ES" dirty="0"/>
              <a:t>Access-list </a:t>
            </a:r>
          </a:p>
          <a:p>
            <a:pPr lvl="1"/>
            <a:r>
              <a:rPr lang="es-ES" dirty="0"/>
              <a:t>&lt;numero&gt;</a:t>
            </a:r>
          </a:p>
          <a:p>
            <a:pPr lvl="1"/>
            <a:r>
              <a:rPr lang="es-ES" dirty="0"/>
              <a:t>[</a:t>
            </a:r>
            <a:r>
              <a:rPr lang="es-ES" dirty="0" err="1"/>
              <a:t>permit|deny|remark</a:t>
            </a:r>
            <a:r>
              <a:rPr lang="es-ES" dirty="0"/>
              <a:t>]</a:t>
            </a:r>
          </a:p>
          <a:p>
            <a:pPr lvl="1"/>
            <a:r>
              <a:rPr lang="es-ES" dirty="0"/>
              <a:t>[</a:t>
            </a:r>
            <a:r>
              <a:rPr lang="es-ES" dirty="0" err="1"/>
              <a:t>ip|tcp|udp|eigrp|icmp</a:t>
            </a:r>
            <a:r>
              <a:rPr lang="es-ES" dirty="0"/>
              <a:t>]</a:t>
            </a:r>
          </a:p>
          <a:p>
            <a:pPr lvl="1"/>
            <a:r>
              <a:rPr lang="es-ES" dirty="0"/>
              <a:t>[</a:t>
            </a:r>
            <a:r>
              <a:rPr lang="es-ES" dirty="0" err="1"/>
              <a:t>any|host</a:t>
            </a:r>
            <a:r>
              <a:rPr lang="es-ES" dirty="0"/>
              <a:t> &lt;</a:t>
            </a:r>
            <a:r>
              <a:rPr lang="es-ES" dirty="0" err="1"/>
              <a:t>ip</a:t>
            </a:r>
            <a:r>
              <a:rPr lang="es-ES" dirty="0"/>
              <a:t>&gt;|&lt;</a:t>
            </a:r>
            <a:r>
              <a:rPr lang="es-ES" dirty="0" err="1"/>
              <a:t>ip</a:t>
            </a:r>
            <a:r>
              <a:rPr lang="es-ES" dirty="0"/>
              <a:t>&gt; &lt;</a:t>
            </a:r>
            <a:r>
              <a:rPr lang="es-ES" dirty="0" err="1"/>
              <a:t>wildcard</a:t>
            </a:r>
            <a:r>
              <a:rPr lang="es-ES" dirty="0"/>
              <a:t>&gt;] </a:t>
            </a:r>
          </a:p>
          <a:p>
            <a:pPr lvl="1"/>
            <a:r>
              <a:rPr lang="es-ES" dirty="0"/>
              <a:t>{</a:t>
            </a:r>
            <a:r>
              <a:rPr lang="es-ES" dirty="0" err="1"/>
              <a:t>eq</a:t>
            </a:r>
            <a:r>
              <a:rPr lang="es-ES" dirty="0"/>
              <a:t> [#puerto|servicio]}</a:t>
            </a:r>
          </a:p>
          <a:p>
            <a:pPr lvl="1"/>
            <a:r>
              <a:rPr lang="es-ES" dirty="0"/>
              <a:t>[</a:t>
            </a:r>
            <a:r>
              <a:rPr lang="es-ES" dirty="0" err="1"/>
              <a:t>any|host</a:t>
            </a:r>
            <a:r>
              <a:rPr lang="es-ES" dirty="0"/>
              <a:t> &lt;</a:t>
            </a:r>
            <a:r>
              <a:rPr lang="es-ES" dirty="0" err="1"/>
              <a:t>ip</a:t>
            </a:r>
            <a:r>
              <a:rPr lang="es-ES" dirty="0"/>
              <a:t>&gt;|&lt;</a:t>
            </a:r>
            <a:r>
              <a:rPr lang="es-ES" dirty="0" err="1"/>
              <a:t>ip</a:t>
            </a:r>
            <a:r>
              <a:rPr lang="es-ES" dirty="0"/>
              <a:t>&gt; &lt;</a:t>
            </a:r>
            <a:r>
              <a:rPr lang="es-ES" dirty="0" err="1"/>
              <a:t>wildcard</a:t>
            </a:r>
            <a:r>
              <a:rPr lang="es-ES" dirty="0"/>
              <a:t>&gt;] </a:t>
            </a:r>
          </a:p>
          <a:p>
            <a:pPr lvl="1"/>
            <a:r>
              <a:rPr lang="es-ES" dirty="0"/>
              <a:t>{</a:t>
            </a:r>
            <a:r>
              <a:rPr lang="es-ES" dirty="0" err="1"/>
              <a:t>eq</a:t>
            </a:r>
            <a:r>
              <a:rPr lang="es-ES" dirty="0"/>
              <a:t> [#puerto|servicio]}</a:t>
            </a:r>
          </a:p>
          <a:p>
            <a:pPr lvl="1"/>
            <a:endParaRPr lang="es-ES" dirty="0"/>
          </a:p>
          <a:p>
            <a:pPr lvl="1"/>
            <a:endParaRPr lang="es-ES" dirty="0"/>
          </a:p>
          <a:p>
            <a:pPr lvl="1"/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08630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72A59D4-71D6-DBA9-B24E-13F3DE00E3B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8537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514C0E-5741-1BAB-F609-14CDD50EC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MX" dirty="0"/>
              <a:t>Otros usos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D0821A7-C392-7802-8B77-98B7AA3292A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3007195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30820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467</TotalTime>
  <Words>236</Words>
  <Application>Microsoft Macintosh PowerPoint</Application>
  <PresentationFormat>Widescreen</PresentationFormat>
  <Paragraphs>56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ACLs</vt:lpstr>
      <vt:lpstr>Listas de acceso</vt:lpstr>
      <vt:lpstr>Nomenclatura Access List Standard</vt:lpstr>
      <vt:lpstr>Wildcards</vt:lpstr>
      <vt:lpstr>Nomenclatura ACL Extendida</vt:lpstr>
      <vt:lpstr>Otros usos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Rodríguez Ruiz</dc:creator>
  <cp:lastModifiedBy>Jorge Rodríguez Ruiz</cp:lastModifiedBy>
  <cp:revision>1</cp:revision>
  <dcterms:created xsi:type="dcterms:W3CDTF">2025-04-04T21:22:47Z</dcterms:created>
  <dcterms:modified xsi:type="dcterms:W3CDTF">2025-04-08T22:08:31Z</dcterms:modified>
</cp:coreProperties>
</file>