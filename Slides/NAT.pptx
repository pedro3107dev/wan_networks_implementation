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424" y="2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Rodríguez Ruiz" userId="64d10758-58db-4083-bbc0-ab427cf96db2" providerId="ADAL" clId="{08BC7451-9C03-BD43-9D4B-CBF27F4404CE}"/>
    <pc:docChg chg="modSld">
      <pc:chgData name="Jorge Rodríguez Ruiz" userId="64d10758-58db-4083-bbc0-ab427cf96db2" providerId="ADAL" clId="{08BC7451-9C03-BD43-9D4B-CBF27F4404CE}" dt="2025-04-11T22:04:01.171" v="0" actId="20577"/>
      <pc:docMkLst>
        <pc:docMk/>
      </pc:docMkLst>
      <pc:sldChg chg="modSp mod">
        <pc:chgData name="Jorge Rodríguez Ruiz" userId="64d10758-58db-4083-bbc0-ab427cf96db2" providerId="ADAL" clId="{08BC7451-9C03-BD43-9D4B-CBF27F4404CE}" dt="2025-04-11T22:04:01.171" v="0" actId="20577"/>
        <pc:sldMkLst>
          <pc:docMk/>
          <pc:sldMk cId="1245289218" sldId="265"/>
        </pc:sldMkLst>
        <pc:spChg chg="mod">
          <ac:chgData name="Jorge Rodríguez Ruiz" userId="64d10758-58db-4083-bbc0-ab427cf96db2" providerId="ADAL" clId="{08BC7451-9C03-BD43-9D4B-CBF27F4404CE}" dt="2025-04-11T22:04:01.171" v="0" actId="20577"/>
          <ac:spMkLst>
            <pc:docMk/>
            <pc:sldMk cId="1245289218" sldId="265"/>
            <ac:spMk id="5" creationId="{4A9EBD78-139C-4BD4-91FD-8EFE3977D676}"/>
          </ac:spMkLst>
        </pc:spChg>
      </pc:sldChg>
    </pc:docChg>
  </pc:docChgLst>
  <pc:docChgLst>
    <pc:chgData name="Jorge Rodríguez Ruiz" userId="64d10758-58db-4083-bbc0-ab427cf96db2" providerId="ADAL" clId="{731BC61B-38CC-447C-9588-50E464B20ACC}"/>
    <pc:docChg chg="custSel addSld modSld">
      <pc:chgData name="Jorge Rodríguez Ruiz" userId="64d10758-58db-4083-bbc0-ab427cf96db2" providerId="ADAL" clId="{731BC61B-38CC-447C-9588-50E464B20ACC}" dt="2021-08-29T19:16:25.237" v="906" actId="20577"/>
      <pc:docMkLst>
        <pc:docMk/>
      </pc:docMkLst>
      <pc:sldChg chg="modSp mod">
        <pc:chgData name="Jorge Rodríguez Ruiz" userId="64d10758-58db-4083-bbc0-ab427cf96db2" providerId="ADAL" clId="{731BC61B-38CC-447C-9588-50E464B20ACC}" dt="2021-08-29T19:08:07.498" v="364" actId="1076"/>
        <pc:sldMkLst>
          <pc:docMk/>
          <pc:sldMk cId="3676317843" sldId="259"/>
        </pc:sldMkLst>
      </pc:sldChg>
      <pc:sldChg chg="addSp delSp modSp new mod modClrScheme chgLayout">
        <pc:chgData name="Jorge Rodríguez Ruiz" userId="64d10758-58db-4083-bbc0-ab427cf96db2" providerId="ADAL" clId="{731BC61B-38CC-447C-9588-50E464B20ACC}" dt="2021-08-29T19:07:55.172" v="363" actId="20577"/>
        <pc:sldMkLst>
          <pc:docMk/>
          <pc:sldMk cId="2423082872" sldId="264"/>
        </pc:sldMkLst>
      </pc:sldChg>
      <pc:sldChg chg="addSp delSp modSp new mod modClrScheme chgLayout">
        <pc:chgData name="Jorge Rodríguez Ruiz" userId="64d10758-58db-4083-bbc0-ab427cf96db2" providerId="ADAL" clId="{731BC61B-38CC-447C-9588-50E464B20ACC}" dt="2021-08-29T19:12:04.080" v="724" actId="20577"/>
        <pc:sldMkLst>
          <pc:docMk/>
          <pc:sldMk cId="1245289218" sldId="265"/>
        </pc:sldMkLst>
      </pc:sldChg>
      <pc:sldChg chg="addSp delSp modSp new mod modClrScheme chgLayout">
        <pc:chgData name="Jorge Rodríguez Ruiz" userId="64d10758-58db-4083-bbc0-ab427cf96db2" providerId="ADAL" clId="{731BC61B-38CC-447C-9588-50E464B20ACC}" dt="2021-08-29T19:16:25.237" v="906" actId="20577"/>
        <pc:sldMkLst>
          <pc:docMk/>
          <pc:sldMk cId="1105364409" sldId="266"/>
        </pc:sldMkLst>
      </pc:sldChg>
    </pc:docChg>
  </pc:docChgLst>
  <pc:docChgLst>
    <pc:chgData name="Jorge Rodríguez Ruiz" userId="64d10758-58db-4083-bbc0-ab427cf96db2" providerId="ADAL" clId="{8E90E576-220C-48D0-842F-ABA47649C10B}"/>
    <pc:docChg chg="addSld modSld">
      <pc:chgData name="Jorge Rodríguez Ruiz" userId="64d10758-58db-4083-bbc0-ab427cf96db2" providerId="ADAL" clId="{8E90E576-220C-48D0-842F-ABA47649C10B}" dt="2022-09-06T23:44:52.647" v="223"/>
      <pc:docMkLst>
        <pc:docMk/>
      </pc:docMkLst>
      <pc:sldChg chg="modSp new mod">
        <pc:chgData name="Jorge Rodríguez Ruiz" userId="64d10758-58db-4083-bbc0-ab427cf96db2" providerId="ADAL" clId="{8E90E576-220C-48D0-842F-ABA47649C10B}" dt="2022-09-06T23:44:52.647" v="223"/>
        <pc:sldMkLst>
          <pc:docMk/>
          <pc:sldMk cId="3308630155" sldId="267"/>
        </pc:sldMkLst>
      </pc:sldChg>
    </pc:docChg>
  </pc:docChgLst>
  <pc:docChgLst>
    <pc:chgData name="Jorge Rodríguez Ruiz" userId="64d10758-58db-4083-bbc0-ab427cf96db2" providerId="ADAL" clId="{C5B3999A-237B-A44C-A8FD-76C06B9E723E}"/>
    <pc:docChg chg="modSld">
      <pc:chgData name="Jorge Rodríguez Ruiz" userId="64d10758-58db-4083-bbc0-ab427cf96db2" providerId="ADAL" clId="{C5B3999A-237B-A44C-A8FD-76C06B9E723E}" dt="2025-04-08T22:24:17.013" v="0" actId="20577"/>
      <pc:docMkLst>
        <pc:docMk/>
      </pc:docMkLst>
      <pc:sldChg chg="modSp mod">
        <pc:chgData name="Jorge Rodríguez Ruiz" userId="64d10758-58db-4083-bbc0-ab427cf96db2" providerId="ADAL" clId="{C5B3999A-237B-A44C-A8FD-76C06B9E723E}" dt="2025-04-08T22:24:17.013" v="0" actId="20577"/>
        <pc:sldMkLst>
          <pc:docMk/>
          <pc:sldMk cId="4155481686" sldId="256"/>
        </pc:sldMkLst>
        <pc:spChg chg="mod">
          <ac:chgData name="Jorge Rodríguez Ruiz" userId="64d10758-58db-4083-bbc0-ab427cf96db2" providerId="ADAL" clId="{C5B3999A-237B-A44C-A8FD-76C06B9E723E}" dt="2025-04-08T22:24:17.013" v="0" actId="20577"/>
          <ac:spMkLst>
            <pc:docMk/>
            <pc:sldMk cId="4155481686" sldId="256"/>
            <ac:spMk id="2" creationId="{9C02B6C2-015F-4B81-B4EE-FD4CF1A4F221}"/>
          </ac:spMkLst>
        </pc:spChg>
      </pc:sldChg>
    </pc:docChg>
  </pc:docChgLst>
  <pc:docChgLst>
    <pc:chgData name="Jorge Rodríguez Ruiz" userId="64d10758-58db-4083-bbc0-ab427cf96db2" providerId="ADAL" clId="{6331F8F5-62CD-4FAD-BD4E-555C2E2EB292}"/>
    <pc:docChg chg="custSel delSld modSld">
      <pc:chgData name="Jorge Rodríguez Ruiz" userId="64d10758-58db-4083-bbc0-ab427cf96db2" providerId="ADAL" clId="{6331F8F5-62CD-4FAD-BD4E-555C2E2EB292}" dt="2022-09-18T02:59:20.651" v="15" actId="47"/>
      <pc:docMkLst>
        <pc:docMk/>
      </pc:docMkLst>
      <pc:sldChg chg="del">
        <pc:chgData name="Jorge Rodríguez Ruiz" userId="64d10758-58db-4083-bbc0-ab427cf96db2" providerId="ADAL" clId="{6331F8F5-62CD-4FAD-BD4E-555C2E2EB292}" dt="2022-09-18T02:59:13.621" v="11" actId="47"/>
        <pc:sldMkLst>
          <pc:docMk/>
          <pc:sldMk cId="4117276664" sldId="257"/>
        </pc:sldMkLst>
      </pc:sldChg>
      <pc:sldChg chg="del">
        <pc:chgData name="Jorge Rodríguez Ruiz" userId="64d10758-58db-4083-bbc0-ab427cf96db2" providerId="ADAL" clId="{6331F8F5-62CD-4FAD-BD4E-555C2E2EB292}" dt="2022-09-18T02:59:15.903" v="12" actId="47"/>
        <pc:sldMkLst>
          <pc:docMk/>
          <pc:sldMk cId="3385489072" sldId="258"/>
        </pc:sldMkLst>
      </pc:sldChg>
      <pc:sldChg chg="del">
        <pc:chgData name="Jorge Rodríguez Ruiz" userId="64d10758-58db-4083-bbc0-ab427cf96db2" providerId="ADAL" clId="{6331F8F5-62CD-4FAD-BD4E-555C2E2EB292}" dt="2022-09-18T02:59:17.065" v="13" actId="47"/>
        <pc:sldMkLst>
          <pc:docMk/>
          <pc:sldMk cId="3676317843" sldId="259"/>
        </pc:sldMkLst>
      </pc:sldChg>
      <pc:sldChg chg="addSp delSp modSp mod">
        <pc:chgData name="Jorge Rodríguez Ruiz" userId="64d10758-58db-4083-bbc0-ab427cf96db2" providerId="ADAL" clId="{6331F8F5-62CD-4FAD-BD4E-555C2E2EB292}" dt="2022-09-18T02:58:20.900" v="10" actId="1076"/>
        <pc:sldMkLst>
          <pc:docMk/>
          <pc:sldMk cId="493718414" sldId="260"/>
        </pc:sldMkLst>
      </pc:sldChg>
      <pc:sldChg chg="del">
        <pc:chgData name="Jorge Rodríguez Ruiz" userId="64d10758-58db-4083-bbc0-ab427cf96db2" providerId="ADAL" clId="{6331F8F5-62CD-4FAD-BD4E-555C2E2EB292}" dt="2022-09-18T02:59:20.651" v="15" actId="47"/>
        <pc:sldMkLst>
          <pc:docMk/>
          <pc:sldMk cId="1105364409" sldId="266"/>
        </pc:sldMkLst>
      </pc:sldChg>
      <pc:sldChg chg="del">
        <pc:chgData name="Jorge Rodríguez Ruiz" userId="64d10758-58db-4083-bbc0-ab427cf96db2" providerId="ADAL" clId="{6331F8F5-62CD-4FAD-BD4E-555C2E2EB292}" dt="2022-09-18T02:59:19.372" v="14" actId="47"/>
        <pc:sldMkLst>
          <pc:docMk/>
          <pc:sldMk cId="3308630155" sldId="267"/>
        </pc:sldMkLst>
      </pc:sldChg>
    </pc:docChg>
  </pc:docChgLst>
  <pc:docChgLst>
    <pc:chgData name="Jorge Rodríguez Ruiz" userId="64d10758-58db-4083-bbc0-ab427cf96db2" providerId="ADAL" clId="{1E6CD9BF-418A-4D79-8E08-9F9AD5A67C91}"/>
    <pc:docChg chg="modSld">
      <pc:chgData name="Jorge Rodríguez Ruiz" userId="64d10758-58db-4083-bbc0-ab427cf96db2" providerId="ADAL" clId="{1E6CD9BF-418A-4D79-8E08-9F9AD5A67C91}" dt="2022-09-21T22:44:53.727" v="15" actId="20577"/>
      <pc:docMkLst>
        <pc:docMk/>
      </pc:docMkLst>
      <pc:sldChg chg="modSp mod">
        <pc:chgData name="Jorge Rodríguez Ruiz" userId="64d10758-58db-4083-bbc0-ab427cf96db2" providerId="ADAL" clId="{1E6CD9BF-418A-4D79-8E08-9F9AD5A67C91}" dt="2022-09-19T23:21:38.713" v="13" actId="20577"/>
        <pc:sldMkLst>
          <pc:docMk/>
          <pc:sldMk cId="4155481686" sldId="256"/>
        </pc:sldMkLst>
      </pc:sldChg>
      <pc:sldChg chg="modSp mod">
        <pc:chgData name="Jorge Rodríguez Ruiz" userId="64d10758-58db-4083-bbc0-ab427cf96db2" providerId="ADAL" clId="{1E6CD9BF-418A-4D79-8E08-9F9AD5A67C91}" dt="2022-09-21T22:44:53.727" v="15" actId="20577"/>
        <pc:sldMkLst>
          <pc:docMk/>
          <pc:sldMk cId="2423082872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705B-6E95-4FBB-977F-6423C956C0AB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5FE0B-230C-4024-A963-D428BE2C023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554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705B-6E95-4FBB-977F-6423C956C0AB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5FE0B-230C-4024-A963-D428BE2C0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93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705B-6E95-4FBB-977F-6423C956C0AB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5FE0B-230C-4024-A963-D428BE2C023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289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705B-6E95-4FBB-977F-6423C956C0AB}" type="datetimeFigureOut">
              <a:rPr lang="en-US" smtClean="0"/>
              <a:t>4/11/25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5FE0B-230C-4024-A963-D428BE2C0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76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705B-6E95-4FBB-977F-6423C956C0AB}" type="datetimeFigureOut">
              <a:rPr lang="en-US" smtClean="0"/>
              <a:t>4/11/25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5FE0B-230C-4024-A963-D428BE2C0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06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705B-6E95-4FBB-977F-6423C956C0AB}" type="datetimeFigureOut">
              <a:rPr lang="en-US" smtClean="0"/>
              <a:t>4/11/25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5FE0B-230C-4024-A963-D428BE2C0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88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705B-6E95-4FBB-977F-6423C956C0AB}" type="datetimeFigureOut">
              <a:rPr lang="en-US" smtClean="0"/>
              <a:t>4/11/25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5FE0B-230C-4024-A963-D428BE2C0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09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E65705B-6E95-4FBB-977F-6423C956C0AB}" type="datetimeFigureOut">
              <a:rPr lang="en-US" smtClean="0"/>
              <a:t>4/11/25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215FE0B-230C-4024-A963-D428BE2C0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81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705B-6E95-4FBB-977F-6423C956C0AB}" type="datetimeFigureOut">
              <a:rPr lang="en-US" smtClean="0"/>
              <a:t>4/11/25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5FE0B-230C-4024-A963-D428BE2C0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96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705B-6E95-4FBB-977F-6423C956C0AB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5FE0B-230C-4024-A963-D428BE2C0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443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705B-6E95-4FBB-977F-6423C956C0AB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5FE0B-230C-4024-A963-D428BE2C0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62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E65705B-6E95-4FBB-977F-6423C956C0AB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215FE0B-230C-4024-A963-D428BE2C023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399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2B6C2-015F-4B81-B4EE-FD4CF1A4F2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Network </a:t>
            </a:r>
            <a:r>
              <a:rPr lang="es-MX"/>
              <a:t>Address Translation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2D2317-46C0-4F27-A82F-73E7B56B50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481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A1C57-72B6-4E0A-AF1C-D13C88303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Traduciendo direcciones</a:t>
            </a:r>
            <a:endParaRPr lang="en-US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42D883E7-46C2-5603-A4D4-74B270187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993" t="16010" r="32150" b="24020"/>
          <a:stretch/>
        </p:blipFill>
        <p:spPr>
          <a:xfrm>
            <a:off x="2266544" y="1737360"/>
            <a:ext cx="7490298" cy="4444003"/>
          </a:xfrm>
        </p:spPr>
      </p:pic>
    </p:spTree>
    <p:extLst>
      <p:ext uri="{BB962C8B-B14F-4D97-AF65-F5344CB8AC3E}">
        <p14:creationId xmlns:p14="http://schemas.microsoft.com/office/powerpoint/2010/main" val="493718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6C99F-7C97-4033-9E87-9D2967340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Conceptos Básicos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48334-99BA-47F3-BC4C-F20200A6B3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s-MX" dirty="0" err="1"/>
              <a:t>Inside</a:t>
            </a:r>
            <a:r>
              <a:rPr lang="es-MX" dirty="0"/>
              <a:t> interface: Interfaz en la red que no es </a:t>
            </a:r>
            <a:r>
              <a:rPr lang="es-MX" dirty="0" err="1"/>
              <a:t>ruteable</a:t>
            </a:r>
            <a:r>
              <a:rPr lang="es-MX" dirty="0"/>
              <a:t> en internet</a:t>
            </a:r>
          </a:p>
          <a:p>
            <a:pPr lvl="1"/>
            <a:r>
              <a:rPr lang="es-MX" dirty="0"/>
              <a:t>Se configura con </a:t>
            </a:r>
            <a:r>
              <a:rPr lang="es-MX" dirty="0" err="1"/>
              <a:t>ip</a:t>
            </a:r>
            <a:r>
              <a:rPr lang="es-MX" dirty="0"/>
              <a:t> </a:t>
            </a:r>
            <a:r>
              <a:rPr lang="es-MX" dirty="0" err="1"/>
              <a:t>nat</a:t>
            </a:r>
            <a:r>
              <a:rPr lang="es-MX" dirty="0"/>
              <a:t> </a:t>
            </a:r>
            <a:r>
              <a:rPr lang="es-MX" dirty="0" err="1"/>
              <a:t>inside</a:t>
            </a:r>
            <a:endParaRPr lang="es-MX" dirty="0"/>
          </a:p>
          <a:p>
            <a:r>
              <a:rPr lang="es-MX" dirty="0" err="1"/>
              <a:t>Outside</a:t>
            </a:r>
            <a:r>
              <a:rPr lang="es-MX" dirty="0"/>
              <a:t> interface: Interfaz que da hacia internet/red </a:t>
            </a:r>
            <a:r>
              <a:rPr lang="es-MX" dirty="0" err="1"/>
              <a:t>ruteable</a:t>
            </a:r>
            <a:endParaRPr lang="es-MX" dirty="0"/>
          </a:p>
          <a:p>
            <a:pPr lvl="1"/>
            <a:r>
              <a:rPr lang="es-MX" dirty="0"/>
              <a:t>Se configura con </a:t>
            </a:r>
            <a:r>
              <a:rPr lang="es-MX" dirty="0" err="1"/>
              <a:t>ip</a:t>
            </a:r>
            <a:r>
              <a:rPr lang="es-MX" dirty="0"/>
              <a:t> </a:t>
            </a:r>
            <a:r>
              <a:rPr lang="es-MX" dirty="0" err="1"/>
              <a:t>nat</a:t>
            </a:r>
            <a:r>
              <a:rPr lang="es-MX" dirty="0"/>
              <a:t> </a:t>
            </a:r>
            <a:r>
              <a:rPr lang="es-MX" dirty="0" err="1"/>
              <a:t>outside</a:t>
            </a:r>
            <a:endParaRPr lang="es-MX" dirty="0"/>
          </a:p>
          <a:p>
            <a:r>
              <a:rPr lang="es-MX" dirty="0" err="1"/>
              <a:t>Inside</a:t>
            </a:r>
            <a:r>
              <a:rPr lang="es-MX" dirty="0"/>
              <a:t> local: Dirección IP local</a:t>
            </a:r>
          </a:p>
          <a:p>
            <a:r>
              <a:rPr lang="es-MX" dirty="0" err="1"/>
              <a:t>Inside</a:t>
            </a:r>
            <a:r>
              <a:rPr lang="es-MX" dirty="0"/>
              <a:t> global: Dirección IP </a:t>
            </a:r>
            <a:r>
              <a:rPr lang="es-MX" dirty="0" err="1"/>
              <a:t>ruteable</a:t>
            </a:r>
            <a:r>
              <a:rPr lang="es-MX" dirty="0"/>
              <a:t> en el borde</a:t>
            </a:r>
          </a:p>
          <a:p>
            <a:r>
              <a:rPr lang="es-MX" dirty="0" err="1"/>
              <a:t>Outside</a:t>
            </a:r>
            <a:r>
              <a:rPr lang="es-MX" dirty="0"/>
              <a:t> global: Dirección IP en internet</a:t>
            </a:r>
          </a:p>
          <a:p>
            <a:endParaRPr lang="en-US" dirty="0"/>
          </a:p>
        </p:txBody>
      </p:sp>
      <p:pic>
        <p:nvPicPr>
          <p:cNvPr id="6" name="Content Placeholder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0DDC3DE-E4D7-400B-9B4A-0A89FB1CE5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39283" t="22342" r="11943" b="37389"/>
          <a:stretch/>
        </p:blipFill>
        <p:spPr>
          <a:xfrm>
            <a:off x="6172202" y="2075314"/>
            <a:ext cx="5832656" cy="270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40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DD1EA-9B8D-45D6-90F1-CCE0A8BD5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Network </a:t>
            </a:r>
            <a:r>
              <a:rPr lang="es-MX" dirty="0" err="1"/>
              <a:t>Address</a:t>
            </a:r>
            <a:r>
              <a:rPr lang="es-MX" dirty="0"/>
              <a:t> </a:t>
            </a:r>
            <a:r>
              <a:rPr lang="es-MX" dirty="0" err="1"/>
              <a:t>Translation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8D11C-0CD3-4738-9CAD-B9C7823540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Permite traducir una dirección de </a:t>
            </a:r>
            <a:r>
              <a:rPr lang="es-MX" dirty="0" err="1"/>
              <a:t>inside</a:t>
            </a:r>
            <a:r>
              <a:rPr lang="es-MX" dirty="0"/>
              <a:t> local a </a:t>
            </a:r>
            <a:r>
              <a:rPr lang="es-MX" dirty="0" err="1"/>
              <a:t>inside</a:t>
            </a:r>
            <a:r>
              <a:rPr lang="es-MX" dirty="0"/>
              <a:t> global.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Todos</a:t>
            </a:r>
            <a:r>
              <a:rPr lang="en-US" dirty="0"/>
              <a:t> los </a:t>
            </a:r>
            <a:r>
              <a:rPr lang="en-US" dirty="0" err="1"/>
              <a:t>puertos</a:t>
            </a:r>
            <a:r>
              <a:rPr lang="en-US" dirty="0"/>
              <a:t> de la Ip de </a:t>
            </a:r>
            <a:r>
              <a:rPr lang="en-US" dirty="0" err="1"/>
              <a:t>afuera</a:t>
            </a:r>
            <a:r>
              <a:rPr lang="en-US" dirty="0"/>
              <a:t> se </a:t>
            </a:r>
            <a:r>
              <a:rPr lang="en-US" dirty="0" err="1"/>
              <a:t>traducen</a:t>
            </a:r>
            <a:r>
              <a:rPr lang="en-US" dirty="0"/>
              <a:t> a los </a:t>
            </a:r>
            <a:r>
              <a:rPr lang="en-US" dirty="0" err="1"/>
              <a:t>puertos</a:t>
            </a:r>
            <a:r>
              <a:rPr lang="en-US" dirty="0"/>
              <a:t> de </a:t>
            </a:r>
            <a:r>
              <a:rPr lang="en-US" dirty="0" err="1"/>
              <a:t>adentro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Ip </a:t>
            </a:r>
            <a:r>
              <a:rPr lang="en-US" dirty="0" err="1"/>
              <a:t>nat</a:t>
            </a:r>
            <a:r>
              <a:rPr lang="en-US" dirty="0"/>
              <a:t> inside source static &lt;inside local&gt; &lt;inside global&gt;</a:t>
            </a:r>
          </a:p>
          <a:p>
            <a:pPr marL="0" indent="0">
              <a:buNone/>
            </a:pPr>
            <a:r>
              <a:rPr lang="en-US" dirty="0"/>
              <a:t>Ip </a:t>
            </a:r>
            <a:r>
              <a:rPr lang="en-US" dirty="0" err="1"/>
              <a:t>nat</a:t>
            </a:r>
            <a:r>
              <a:rPr lang="en-US" dirty="0"/>
              <a:t> inside source 10.0.0.10 15.0.45.2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Content Placeholder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7954EA1-6DE3-4C1E-A652-6ACF24B1A8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39283" t="22342" r="11943" b="37389"/>
          <a:stretch/>
        </p:blipFill>
        <p:spPr>
          <a:xfrm>
            <a:off x="6218238" y="2711751"/>
            <a:ext cx="4937125" cy="229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336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457E2-321A-47AC-9CF4-B4762ED4D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Port </a:t>
            </a:r>
            <a:r>
              <a:rPr lang="es-MX" dirty="0" err="1"/>
              <a:t>Address</a:t>
            </a:r>
            <a:r>
              <a:rPr lang="es-MX" dirty="0"/>
              <a:t> </a:t>
            </a:r>
            <a:r>
              <a:rPr lang="es-MX" dirty="0" err="1"/>
              <a:t>Translation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B85A2-A558-4AF6-9AC6-D0BA825434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MX" dirty="0"/>
              <a:t>Permite solo traducir un puerto solamente</a:t>
            </a:r>
            <a:endParaRPr lang="en-US" dirty="0"/>
          </a:p>
          <a:p>
            <a:r>
              <a:rPr lang="en-US" dirty="0"/>
              <a:t>Ip </a:t>
            </a:r>
            <a:r>
              <a:rPr lang="en-US" dirty="0" err="1"/>
              <a:t>nat</a:t>
            </a:r>
            <a:r>
              <a:rPr lang="en-US" dirty="0"/>
              <a:t> inside source static [</a:t>
            </a:r>
            <a:r>
              <a:rPr lang="en-US" dirty="0" err="1"/>
              <a:t>tcp|udp</a:t>
            </a:r>
            <a:r>
              <a:rPr lang="en-US" dirty="0"/>
              <a:t>] &lt;inside local&gt; &lt;Puerto </a:t>
            </a:r>
            <a:r>
              <a:rPr lang="en-US" dirty="0" err="1"/>
              <a:t>en</a:t>
            </a:r>
            <a:r>
              <a:rPr lang="en-US" dirty="0"/>
              <a:t> inside local&gt; &lt;inside global&gt; &lt;Puerto </a:t>
            </a:r>
            <a:r>
              <a:rPr lang="en-US" dirty="0" err="1"/>
              <a:t>en</a:t>
            </a:r>
            <a:r>
              <a:rPr lang="en-US" dirty="0"/>
              <a:t> inside global&gt;</a:t>
            </a:r>
          </a:p>
          <a:p>
            <a:r>
              <a:rPr lang="en-US" dirty="0"/>
              <a:t>Ip </a:t>
            </a:r>
            <a:r>
              <a:rPr lang="en-US" dirty="0" err="1"/>
              <a:t>nat</a:t>
            </a:r>
            <a:r>
              <a:rPr lang="en-US" dirty="0"/>
              <a:t> inside source static </a:t>
            </a:r>
            <a:r>
              <a:rPr lang="en-US" dirty="0" err="1"/>
              <a:t>tcp</a:t>
            </a:r>
            <a:r>
              <a:rPr lang="en-US" dirty="0"/>
              <a:t> 10.0.0.10 80 15.0.45.2 80</a:t>
            </a:r>
            <a:endParaRPr lang="es-MX" dirty="0"/>
          </a:p>
        </p:txBody>
      </p:sp>
      <p:pic>
        <p:nvPicPr>
          <p:cNvPr id="5" name="Content Placeholder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1016410-7C18-4572-909C-E34DF5B6A6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39283" t="22342" r="11943" b="37389"/>
          <a:stretch/>
        </p:blipFill>
        <p:spPr>
          <a:xfrm>
            <a:off x="6218238" y="2711751"/>
            <a:ext cx="4937125" cy="229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156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B0F97-8711-4AAB-91A8-4A950C14A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</a:t>
            </a:r>
            <a:r>
              <a:rPr lang="es-MX"/>
              <a:t>AT </a:t>
            </a:r>
            <a:r>
              <a:rPr lang="es-MX" dirty="0" err="1"/>
              <a:t>overload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EFDDC1-5202-4831-8436-3544C251E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¿Qué pasa si queremos que varios dispositivos usen la misma IP?</a:t>
            </a:r>
          </a:p>
          <a:p>
            <a:pPr lvl="1"/>
            <a:r>
              <a:rPr lang="es-MX" dirty="0"/>
              <a:t>R: compartir puertos</a:t>
            </a:r>
          </a:p>
          <a:p>
            <a:r>
              <a:rPr lang="es-MX" dirty="0"/>
              <a:t>Requiere de una asignación dinámica de puertos disponibles.</a:t>
            </a:r>
          </a:p>
          <a:p>
            <a:r>
              <a:rPr lang="es-MX" dirty="0"/>
              <a:t>Necesitamos decirle al </a:t>
            </a:r>
            <a:r>
              <a:rPr lang="es-MX" dirty="0" err="1"/>
              <a:t>router</a:t>
            </a:r>
            <a:r>
              <a:rPr lang="es-MX" dirty="0"/>
              <a:t> que </a:t>
            </a:r>
            <a:r>
              <a:rPr lang="es-MX" dirty="0" err="1"/>
              <a:t>direcciónes</a:t>
            </a:r>
            <a:r>
              <a:rPr lang="es-MX" dirty="0"/>
              <a:t> son las que se van a traducir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082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D873D-D5C4-4F57-90B0-BF1C871A8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Configurando NAT </a:t>
            </a:r>
            <a:r>
              <a:rPr lang="es-MX" dirty="0" err="1"/>
              <a:t>Overload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9EBD78-139C-4BD4-91FD-8EFE3977D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1. Indicar que interfaces son </a:t>
            </a:r>
            <a:r>
              <a:rPr lang="es-MX" dirty="0" err="1"/>
              <a:t>inside</a:t>
            </a:r>
            <a:r>
              <a:rPr lang="es-MX" dirty="0"/>
              <a:t> e </a:t>
            </a:r>
            <a:r>
              <a:rPr lang="es-MX" dirty="0" err="1"/>
              <a:t>outside</a:t>
            </a:r>
            <a:endParaRPr lang="es-MX" dirty="0"/>
          </a:p>
          <a:p>
            <a:r>
              <a:rPr lang="es-MX" dirty="0"/>
              <a:t>2. Crear una Access </a:t>
            </a:r>
            <a:r>
              <a:rPr lang="es-MX" dirty="0" err="1"/>
              <a:t>list</a:t>
            </a:r>
            <a:r>
              <a:rPr lang="es-MX" dirty="0"/>
              <a:t> con todas las redes internas</a:t>
            </a:r>
          </a:p>
          <a:p>
            <a:pPr lvl="1"/>
            <a:r>
              <a:rPr lang="es-MX" dirty="0"/>
              <a:t>Access-list 1 permit 10.0.0.0 0.255.255.255</a:t>
            </a:r>
          </a:p>
          <a:p>
            <a:pPr marL="0">
              <a:buNone/>
            </a:pPr>
            <a:r>
              <a:rPr lang="es-MX" dirty="0"/>
              <a:t>3. Hacer </a:t>
            </a:r>
            <a:r>
              <a:rPr lang="es-MX" dirty="0" err="1"/>
              <a:t>nat</a:t>
            </a:r>
            <a:r>
              <a:rPr lang="es-MX" dirty="0"/>
              <a:t> con la Access </a:t>
            </a:r>
            <a:r>
              <a:rPr lang="es-MX" dirty="0" err="1"/>
              <a:t>list</a:t>
            </a:r>
            <a:endParaRPr lang="es-MX" dirty="0"/>
          </a:p>
          <a:p>
            <a:pPr marL="0">
              <a:buNone/>
            </a:pPr>
            <a:r>
              <a:rPr lang="es-MX" dirty="0"/>
              <a:t>	</a:t>
            </a:r>
            <a:r>
              <a:rPr lang="es-MX" dirty="0" err="1"/>
              <a:t>ip</a:t>
            </a:r>
            <a:r>
              <a:rPr lang="es-MX" dirty="0"/>
              <a:t> </a:t>
            </a:r>
            <a:r>
              <a:rPr lang="es-MX" dirty="0" err="1"/>
              <a:t>nat</a:t>
            </a:r>
            <a:r>
              <a:rPr lang="es-MX" dirty="0"/>
              <a:t> </a:t>
            </a:r>
            <a:r>
              <a:rPr lang="es-MX" dirty="0" err="1"/>
              <a:t>inside</a:t>
            </a:r>
            <a:r>
              <a:rPr lang="es-MX" dirty="0"/>
              <a:t> </a:t>
            </a:r>
            <a:r>
              <a:rPr lang="es-MX" dirty="0" err="1"/>
              <a:t>source</a:t>
            </a:r>
            <a:r>
              <a:rPr lang="es-MX" dirty="0"/>
              <a:t> </a:t>
            </a:r>
            <a:r>
              <a:rPr lang="es-MX" dirty="0" err="1"/>
              <a:t>list</a:t>
            </a:r>
            <a:r>
              <a:rPr lang="es-MX" dirty="0"/>
              <a:t> &lt;numero&gt; interface &lt;interfaz </a:t>
            </a:r>
            <a:r>
              <a:rPr lang="es-MX" dirty="0" err="1"/>
              <a:t>outside</a:t>
            </a:r>
            <a:r>
              <a:rPr lang="es-MX" dirty="0"/>
              <a:t>&gt; </a:t>
            </a:r>
            <a:r>
              <a:rPr lang="es-MX" dirty="0" err="1"/>
              <a:t>overload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28921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6AA83F41938446B013665E416AA1BA" ma:contentTypeVersion="12" ma:contentTypeDescription="Create a new document." ma:contentTypeScope="" ma:versionID="c45260890f96df0ad454809e8e071855">
  <xsd:schema xmlns:xsd="http://www.w3.org/2001/XMLSchema" xmlns:xs="http://www.w3.org/2001/XMLSchema" xmlns:p="http://schemas.microsoft.com/office/2006/metadata/properties" xmlns:ns3="4b6a889b-5bfc-4a16-bfcd-b627b192e4f8" xmlns:ns4="ddd618cd-ccd7-4bee-8601-b076c139413e" targetNamespace="http://schemas.microsoft.com/office/2006/metadata/properties" ma:root="true" ma:fieldsID="a459ce82910f56e02a772cdca63b4d14" ns3:_="" ns4:_="">
    <xsd:import namespace="4b6a889b-5bfc-4a16-bfcd-b627b192e4f8"/>
    <xsd:import namespace="ddd618cd-ccd7-4bee-8601-b076c139413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6a889b-5bfc-4a16-bfcd-b627b192e4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d618cd-ccd7-4bee-8601-b076c139413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543E1CC-083B-47BB-85DA-FD7A539877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6a889b-5bfc-4a16-bfcd-b627b192e4f8"/>
    <ds:schemaRef ds:uri="ddd618cd-ccd7-4bee-8601-b076c13941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D615C38-DE08-4EF6-BD3A-816B814420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1A2368-A281-4D38-BDE9-26A2F05006E8}">
  <ds:schemaRefs>
    <ds:schemaRef ds:uri="http://schemas.microsoft.com/office/2006/documentManagement/types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ddd618cd-ccd7-4bee-8601-b076c139413e"/>
    <ds:schemaRef ds:uri="4b6a889b-5bfc-4a16-bfcd-b627b192e4f8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346</TotalTime>
  <Words>254</Words>
  <Application>Microsoft Macintosh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Calibri Light</vt:lpstr>
      <vt:lpstr>Retrospect</vt:lpstr>
      <vt:lpstr>Network Address Translation</vt:lpstr>
      <vt:lpstr>Traduciendo direcciones</vt:lpstr>
      <vt:lpstr>Conceptos Básicos</vt:lpstr>
      <vt:lpstr>Network Address Translation</vt:lpstr>
      <vt:lpstr>Port Address Translation</vt:lpstr>
      <vt:lpstr>PAT overload</vt:lpstr>
      <vt:lpstr>Configurando NAT Overload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Address Translation</dc:title>
  <dc:creator>Jorge Rodríguez Ruiz</dc:creator>
  <cp:lastModifiedBy>Jorge Rodríguez Ruiz</cp:lastModifiedBy>
  <cp:revision>1</cp:revision>
  <dcterms:created xsi:type="dcterms:W3CDTF">2021-08-29T16:05:12Z</dcterms:created>
  <dcterms:modified xsi:type="dcterms:W3CDTF">2025-04-11T22:04:11Z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0x0101007E6AA83F41938446B013665E416AA1BA</vt:lpwstr>
  </property>
</Properties>
</file>